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Readiness Overview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 / Asito 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 Applications  |  AI Capabilities &amp; Opportunities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2025  |  Prepared by Tatoma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Maturity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across Asito's key applications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28016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Assistant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AI, Speech-to-text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 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AI, Autonomous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Reports, DAX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Breeze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Generation,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Formulas, Analysis, Agent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Scheduling, Conversational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(Partners)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13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In2Dialog, Smart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3931920" cy="1005840"/>
          </a:xfrm>
          <a:prstGeom prst="rect">
            <a:avLst/>
          </a:prstGeom>
          <a:solidFill>
            <a:srgbClr val="0F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65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AFAS Software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80160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 |  HRM  |  Payroll  |  Finance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411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Jonas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AI Capabilities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Jonas AI Assistant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2167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automation, smart analysis, AI info blocks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24688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423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60120" y="26243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recording via Pocket/Apple Watch, auto transcription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7180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880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&amp; Summarization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60120" y="3081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responses, summarize documents, process analysis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337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60120" y="3538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EN/FR/DE/NL field translation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8620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0120" y="3794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Recognition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960120" y="3995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scanning, expense data extraction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2" name="Text 24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for Asito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663440" y="2057400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663440" y="205740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27"/>
          <p:cNvSpPr/>
          <p:nvPr/>
        </p:nvSpPr>
        <p:spPr>
          <a:xfrm>
            <a:off x="48463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Jonas in Asito's AFAS environment (implemented Jan 2025)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663440" y="2532888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63440" y="2532888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0"/>
          <p:cNvSpPr/>
          <p:nvPr/>
        </p:nvSpPr>
        <p:spPr>
          <a:xfrm>
            <a:off x="4846320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speech-to-text for manager performance reviews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663440" y="3008376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663440" y="300837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3"/>
          <p:cNvSpPr/>
          <p:nvPr/>
        </p:nvSpPr>
        <p:spPr>
          <a:xfrm>
            <a:off x="4846320" y="3008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AI-enhanced HR workflows with CAO references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663440" y="3483864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663440" y="3483864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36"/>
          <p:cNvSpPr/>
          <p:nvPr/>
        </p:nvSpPr>
        <p:spPr>
          <a:xfrm>
            <a:off x="4846320" y="3483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translation for international employees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663440" y="3959352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663440" y="395935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39"/>
          <p:cNvSpPr/>
          <p:nvPr/>
        </p:nvSpPr>
        <p:spPr>
          <a:xfrm>
            <a:off x="4846320" y="3959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ML-powered accounting reconciliation</a:t>
            </a:r>
            <a:endParaRPr lang="en-US" sz="10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434840"/>
            <a:ext cx="228600" cy="2286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2296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Limitations:  No free-form chat  |  Not in Pocket mobile app  |  File size limits  |  No predictive forecasting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3931920" cy="1005840"/>
          </a:xfrm>
          <a:prstGeom prst="rect">
            <a:avLst/>
          </a:prstGeom>
          <a:solidFill>
            <a:srgbClr val="0F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65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Dynamics 365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80160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 |  Sales  |  Customer Service  |  Field Service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411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Copilot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AI Capabilities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Communication AI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2167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personalized emails, BANT analysis, thread summaries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24688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423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Prep &amp; Follow-up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60120" y="26243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briefs, real-time insights, call transcription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7180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880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AI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60120" y="3081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summaries, response drafting, knowledge base Q&amp;A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337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60120" y="3538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qualification, scheduling, follow-up without intervention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8620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0120" y="3794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Service Module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960120" y="3995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 orders, predictive maintenance, resource scheduling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2" name="Text 24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for Asito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663440" y="2057400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663440" y="205740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27"/>
          <p:cNvSpPr/>
          <p:nvPr/>
        </p:nvSpPr>
        <p:spPr>
          <a:xfrm>
            <a:off x="48463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Copilot for sales meeting prep and email drafting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663440" y="2532888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63440" y="2532888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0"/>
          <p:cNvSpPr/>
          <p:nvPr/>
        </p:nvSpPr>
        <p:spPr>
          <a:xfrm>
            <a:off x="4846320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autonomous Lead Qualification Agent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663440" y="3008376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663440" y="300837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3"/>
          <p:cNvSpPr/>
          <p:nvPr/>
        </p:nvSpPr>
        <p:spPr>
          <a:xfrm>
            <a:off x="4846320" y="3008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Field Service module for cleaning operations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663440" y="3483864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663440" y="3483864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36"/>
          <p:cNvSpPr/>
          <p:nvPr/>
        </p:nvSpPr>
        <p:spPr>
          <a:xfrm>
            <a:off x="4846320" y="3483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AFAS via Commercient SYNC or KoppelHet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663440" y="3959352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663440" y="395935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39"/>
          <p:cNvSpPr/>
          <p:nvPr/>
        </p:nvSpPr>
        <p:spPr>
          <a:xfrm>
            <a:off x="4846320" y="3959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Microsoft ecosystem (Teams + Outlook + Power BI)</a:t>
            </a:r>
            <a:endParaRPr lang="en-US" sz="10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434840"/>
            <a:ext cx="228600" cy="2286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2296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Limitations:  $30/user/month Copilot license  |  Requires M365 E3/E5  |  EU features may be preview-only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3931920" cy="1005840"/>
          </a:xfrm>
          <a:prstGeom prst="rect">
            <a:avLst/>
          </a:prstGeom>
          <a:solidFill>
            <a:srgbClr val="0F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65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80160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Dashboards  |  Reporting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411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Copilot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AI Capabilities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Reports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2167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full report pages from text prompts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24688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423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Query Generation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60120" y="26243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to working DAX measures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7180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880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Copilot Chat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60120" y="3081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any data across all reports conversationally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337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Summaries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60120" y="3538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narratives for stakeholder communication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8620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0120" y="3794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 Builder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960120" y="3995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Create/maintain data models with natural language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2" name="Text 24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for Asito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663440" y="2057400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663440" y="205740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27"/>
          <p:cNvSpPr/>
          <p:nvPr/>
        </p:nvSpPr>
        <p:spPr>
          <a:xfrm>
            <a:off x="48463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AFAS to Power BI via GetConnector (AFAS now mandates Power BI)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663440" y="2532888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63440" y="2532888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0"/>
          <p:cNvSpPr/>
          <p:nvPr/>
        </p:nvSpPr>
        <p:spPr>
          <a:xfrm>
            <a:off x="4846320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AFAS HR Dashboard template as starting point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663440" y="3008376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663440" y="300837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3"/>
          <p:cNvSpPr/>
          <p:nvPr/>
        </p:nvSpPr>
        <p:spPr>
          <a:xfrm>
            <a:off x="4846320" y="3008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Copilot for natural-language data exploration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663440" y="3483864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663440" y="3483864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36"/>
          <p:cNvSpPr/>
          <p:nvPr/>
        </p:nvSpPr>
        <p:spPr>
          <a:xfrm>
            <a:off x="4846320" y="3483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unified dashboards across AFAS + ORTEC + Appreo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663440" y="3959352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663440" y="395935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39"/>
          <p:cNvSpPr/>
          <p:nvPr/>
        </p:nvSpPr>
        <p:spPr>
          <a:xfrm>
            <a:off x="4846320" y="3959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summaries for executive reporting</a:t>
            </a:r>
            <a:endParaRPr lang="en-US" sz="10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434840"/>
            <a:ext cx="228600" cy="2286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2296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Limitations:  Requires Fabric F2+ capacity (not Pro)  |  English-first  |  Admin must enable  |  Data prep needed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3931920" cy="1005840"/>
          </a:xfrm>
          <a:prstGeom prst="rect">
            <a:avLst/>
          </a:prstGeom>
          <a:solidFill>
            <a:srgbClr val="0F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65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HubSpot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80160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 |  Content  |  CRM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411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Breeze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AI Capabilities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 &amp; Email Writer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2167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blogs, emails, landing pages from prompts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24688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423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Remix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60120" y="26243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Repurpose 1 asset into social, email, podcast, and more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7180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880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Breeze Agents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60120" y="3081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Prospecting, Customer, Personalization agents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337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Breeze Assistant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60120" y="3538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with CRM context and persistent memory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8620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0120" y="3794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Enhancement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960120" y="3995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Rewrite, expand, shorten, change tone inline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2" name="Text 24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for Asito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663440" y="2057400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663440" y="205740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27"/>
          <p:cNvSpPr/>
          <p:nvPr/>
        </p:nvSpPr>
        <p:spPr>
          <a:xfrm>
            <a:off x="48463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Content Remix to multiply content output 5x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663440" y="2532888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63440" y="2532888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0"/>
          <p:cNvSpPr/>
          <p:nvPr/>
        </p:nvSpPr>
        <p:spPr>
          <a:xfrm>
            <a:off x="4846320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Email Writer for seasonal campaigns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663440" y="3008376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663440" y="300837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3"/>
          <p:cNvSpPr/>
          <p:nvPr/>
        </p:nvSpPr>
        <p:spPr>
          <a:xfrm>
            <a:off x="4846320" y="3008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Knowledge Base Agent to auto-generate FAQs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663440" y="3483864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663440" y="3483864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36"/>
          <p:cNvSpPr/>
          <p:nvPr/>
        </p:nvSpPr>
        <p:spPr>
          <a:xfrm>
            <a:off x="4846320" y="3483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Breeze Assistant for meeting-to-content pipeline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663440" y="3959352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663440" y="395935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39"/>
          <p:cNvSpPr/>
          <p:nvPr/>
        </p:nvSpPr>
        <p:spPr>
          <a:xfrm>
            <a:off x="4846320" y="3959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AFAS/ORTEC via Zapier for unified workflows</a:t>
            </a:r>
            <a:endParaRPr lang="en-US" sz="10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434840"/>
            <a:ext cx="228600" cy="2286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2296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Limitations:  Professional tier required for full AI  |  Significant pricing jump Starter → Pro  |  Human review needed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3931920" cy="1005840"/>
          </a:xfrm>
          <a:prstGeom prst="rect">
            <a:avLst/>
          </a:prstGeom>
          <a:solidFill>
            <a:srgbClr val="0F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65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Excel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80160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 |  Data Analysis  |  Reporting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411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Copilot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AI Capabilities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Generation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2167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Excel formulas with correct syntax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24688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423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Insights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60120" y="26243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trend detection, outlier flagging, sentiment analysis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7180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880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Visualization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60120" y="3081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chart creation, PivotTables, dashboard generation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337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(New)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60120" y="3538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autonomous analysis: plan, execute, validate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8620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0120" y="3794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Integration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960120" y="3995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forecasting and statistical modeling in-cell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2" name="Text 24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for Asito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663440" y="2057400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663440" y="205740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27"/>
          <p:cNvSpPr/>
          <p:nvPr/>
        </p:nvSpPr>
        <p:spPr>
          <a:xfrm>
            <a:off x="48463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Copilot with AFAS payroll/HR data exports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663440" y="2532888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63440" y="2532888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0"/>
          <p:cNvSpPr/>
          <p:nvPr/>
        </p:nvSpPr>
        <p:spPr>
          <a:xfrm>
            <a:off x="4846320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 Mode for multi-step financial analysis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663440" y="3008376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663440" y="300837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3"/>
          <p:cNvSpPr/>
          <p:nvPr/>
        </p:nvSpPr>
        <p:spPr>
          <a:xfrm>
            <a:off x="4846320" y="3008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employee feedback data with sentiment AI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663440" y="3483864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663440" y="3483864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36"/>
          <p:cNvSpPr/>
          <p:nvPr/>
        </p:nvSpPr>
        <p:spPr>
          <a:xfrm>
            <a:off x="4846320" y="3483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ad-hoc KPI dashboards for management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663440" y="3959352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663440" y="395935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39"/>
          <p:cNvSpPr/>
          <p:nvPr/>
        </p:nvSpPr>
        <p:spPr>
          <a:xfrm>
            <a:off x="4846320" y="3959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Power BI for full analytics pipeline</a:t>
            </a:r>
            <a:endParaRPr lang="en-US" sz="10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434840"/>
            <a:ext cx="228600" cy="2286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2296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Limitations:  OneDrive/SharePoint required  |  Table format needed (Ctrl+T)  |  Accuracy concerns  |  EU restrictions on COPILOT function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3931920" cy="1005840"/>
          </a:xfrm>
          <a:prstGeom prst="rect">
            <a:avLst/>
          </a:prstGeom>
          <a:solidFill>
            <a:srgbClr val="0F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65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ORTEC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80160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Scheduling  |  Optimization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411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TESSA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AI Capabilities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TESSA Conversational AI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2167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ask schedule questions via chat in ESS app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24688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423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Schedule Optimization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60120" y="26243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 fair schedules, 90%+ preference match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7180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880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60120" y="3081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staffing prediction from historical data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337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&amp; Shift Bidding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60120" y="3538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swap shifts, bid on extra work, request leave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8620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0120" y="3794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960120" y="3995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labor law and CBA rule checking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2" name="Text 24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for Asito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663440" y="2057400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663440" y="205740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27"/>
          <p:cNvSpPr/>
          <p:nvPr/>
        </p:nvSpPr>
        <p:spPr>
          <a:xfrm>
            <a:off x="48463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demo with TESSA AI for Asito's cleaning workforce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663440" y="2532888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63440" y="2532888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0"/>
          <p:cNvSpPr/>
          <p:nvPr/>
        </p:nvSpPr>
        <p:spPr>
          <a:xfrm>
            <a:off x="4846320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ESS app with TESSA for shift queries (reduce HR calls)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663440" y="3008376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663440" y="300837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3"/>
          <p:cNvSpPr/>
          <p:nvPr/>
        </p:nvSpPr>
        <p:spPr>
          <a:xfrm>
            <a:off x="4846320" y="3008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demand-driven staffing for seasonal variations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663440" y="3483864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663440" y="3483864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36"/>
          <p:cNvSpPr/>
          <p:nvPr/>
        </p:nvSpPr>
        <p:spPr>
          <a:xfrm>
            <a:off x="4846320" y="3483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CSU case study model (saved €60K on 2 units)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663440" y="3959352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663440" y="395935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39"/>
          <p:cNvSpPr/>
          <p:nvPr/>
        </p:nvSpPr>
        <p:spPr>
          <a:xfrm>
            <a:off x="4846320" y="3959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AFAS for unified HR + scheduling data</a:t>
            </a:r>
            <a:endParaRPr lang="en-US" sz="10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434840"/>
            <a:ext cx="228600" cy="2286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2296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Limitations:  TESSA scope limited to scheduling  |  Enterprise pricing  |  Dutch-focused  |  Configuration requires expertise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3931920" cy="1005840"/>
          </a:xfrm>
          <a:prstGeom prst="rect">
            <a:avLst/>
          </a:prstGeom>
          <a:solidFill>
            <a:srgbClr val="0F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65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Ubeeo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80160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 |  Applicant Tracking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411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None (Partner AI)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AI Capabilities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In2Dialog Interview AI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2167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transcription, psychological profiling, 30 min saved/interview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24688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423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WCC Smart Matching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60120" y="26243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CV parsing, synonym recognition, match scoring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7180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880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Form Scoring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60120" y="3081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questions with auto-screening actions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337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Scheduling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60120" y="3538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book interviews, SMS reminders reduce no-shows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8620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0120" y="3794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 Native Integration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960120" y="3995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 flows to AFAS for onboarding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2" name="Text 24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for Asito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663440" y="2057400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663440" y="205740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27"/>
          <p:cNvSpPr/>
          <p:nvPr/>
        </p:nvSpPr>
        <p:spPr>
          <a:xfrm>
            <a:off x="48463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In2Dialog AI for high-volume cleaner recruitment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663440" y="2532888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63440" y="2532888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0"/>
          <p:cNvSpPr/>
          <p:nvPr/>
        </p:nvSpPr>
        <p:spPr>
          <a:xfrm>
            <a:off x="4846320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WCC ELISE matching with cleaning industry terms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663440" y="3008376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663440" y="300837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3"/>
          <p:cNvSpPr/>
          <p:nvPr/>
        </p:nvSpPr>
        <p:spPr>
          <a:xfrm>
            <a:off x="4846320" y="3008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Ubeeo → AFAS onboarding integration health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663440" y="3483864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663440" y="3483864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36"/>
          <p:cNvSpPr/>
          <p:nvPr/>
        </p:nvSpPr>
        <p:spPr>
          <a:xfrm>
            <a:off x="4846320" y="3483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application form scoring for first-pass screening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663440" y="3959352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663440" y="395935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39"/>
          <p:cNvSpPr/>
          <p:nvPr/>
        </p:nvSpPr>
        <p:spPr>
          <a:xfrm>
            <a:off x="4846320" y="3959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AI roadmap from Ubeeo for native features</a:t>
            </a:r>
            <a:endParaRPr lang="en-US" sz="10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434840"/>
            <a:ext cx="228600" cy="2286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2296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Limitations:  No conversational AI  |  No generative content  |  In2Dialog is add-on  |  Limited AI roadmap visibility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3931920" cy="1005840"/>
          </a:xfrm>
          <a:prstGeom prst="rect">
            <a:avLst/>
          </a:prstGeom>
          <a:solidFill>
            <a:srgbClr val="0F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65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Appreo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80160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 |  Work Orders  |  Time Registration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411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411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None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AI Capabilities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Planning Indicators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2167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employee, equipment indicators (17% efficiency gain)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24688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423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Plan Accelerators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60120" y="26243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and automations to speed up planning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7180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880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 Orders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60120" y="3081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entry, photo capture, digital signature, instant invoicing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337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Forecasting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60120" y="3538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staffing needs and project timelines automatically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8620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0120" y="3794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AFAS Integration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960120" y="3995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sync for payroll, onboarding, pre/post calculation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2" name="Text 24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for Asito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663440" y="2057400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663440" y="2057400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27"/>
          <p:cNvSpPr/>
          <p:nvPr/>
        </p:nvSpPr>
        <p:spPr>
          <a:xfrm>
            <a:off x="48463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all 14 plan accelerators and smart indicators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663440" y="2532888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63440" y="2532888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0"/>
          <p:cNvSpPr/>
          <p:nvPr/>
        </p:nvSpPr>
        <p:spPr>
          <a:xfrm>
            <a:off x="4846320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AI roadmap from Appreo (3-week release cycles)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663440" y="3008376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663440" y="300837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3"/>
          <p:cNvSpPr/>
          <p:nvPr/>
        </p:nvSpPr>
        <p:spPr>
          <a:xfrm>
            <a:off x="4846320" y="3008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API for third-party chatbot integration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663440" y="3483864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663440" y="3483864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36"/>
          <p:cNvSpPr/>
          <p:nvPr/>
        </p:nvSpPr>
        <p:spPr>
          <a:xfrm>
            <a:off x="4846320" y="3483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with ORTEC for AI scheduling optimization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663440" y="3959352"/>
            <a:ext cx="4023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663440" y="395935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39"/>
          <p:cNvSpPr/>
          <p:nvPr/>
        </p:nvSpPr>
        <p:spPr>
          <a:xfrm>
            <a:off x="4846320" y="3959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AI feature requests as key customer to influence roadmap</a:t>
            </a:r>
            <a:endParaRPr lang="en-US" sz="10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434840"/>
            <a:ext cx="228600" cy="2286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2296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Limitations:  No ML or generative AI  |  Rule-based only  |  No conversational interface  |  No predictive analytics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AI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each tool's AI strength for a unified approach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554480"/>
          </a:xfrm>
          <a:prstGeom prst="rect">
            <a:avLst/>
          </a:prstGeom>
          <a:solidFill>
            <a:srgbClr val="1A3E5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&amp; Payroll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 Jonas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Jonas for workflow automation, speech-to-text, and CAO-compliant HR responses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1554480"/>
          </a:xfrm>
          <a:prstGeom prst="rect">
            <a:avLst/>
          </a:prstGeom>
          <a:solidFill>
            <a:srgbClr val="1A3E5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Scheduling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ORTEC TESSA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TESSA for employee self-service and ML-optimized scheduling across locations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1554480"/>
          </a:xfrm>
          <a:prstGeom prst="rect">
            <a:avLst/>
          </a:prstGeom>
          <a:solidFill>
            <a:srgbClr val="1A3E5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365 Copilot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for email AI, meeting prep, and autonomous lead qualification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2651760" cy="1554480"/>
          </a:xfrm>
          <a:prstGeom prst="rect">
            <a:avLst/>
          </a:prstGeom>
          <a:solidFill>
            <a:srgbClr val="1A3E5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0040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Content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Breeze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Remix and AI Agents to multiply output while maintaining brand voice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200400"/>
            <a:ext cx="2651760" cy="1554480"/>
          </a:xfrm>
          <a:prstGeom prst="rect">
            <a:avLst/>
          </a:prstGeom>
          <a:solidFill>
            <a:srgbClr val="1A3E5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20040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BI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Excel Copilot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dashboards with AFAS data; ad-hoc analysis in Excel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3200400"/>
            <a:ext cx="2651760" cy="1554480"/>
          </a:xfrm>
          <a:prstGeom prst="rect">
            <a:avLst/>
          </a:prstGeom>
          <a:solidFill>
            <a:srgbClr val="1A3E5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20040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Ubeeo + In2Dialog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analysis and smart matching for high-volume hiring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 Summary – ADG Asito Tech Stack</dc:title>
  <dc:subject>PptxGenJS Presentation</dc:subject>
  <dc:creator>Tatoma / Claude</dc:creator>
  <cp:lastModifiedBy>Tatoma / Claude</cp:lastModifiedBy>
  <cp:revision>1</cp:revision>
  <dcterms:created xsi:type="dcterms:W3CDTF">2026-02-06T08:42:15Z</dcterms:created>
  <dcterms:modified xsi:type="dcterms:W3CDTF">2026-02-06T08:42:15Z</dcterms:modified>
</cp:coreProperties>
</file>