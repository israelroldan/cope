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4"/>
  </p:sldMasterIdLst>
  <p:notesMasterIdLst>
    <p:notesMasterId r:id="rId8"/>
  </p:notesMasterIdLst>
  <p:handoutMasterIdLst>
    <p:handoutMasterId r:id="rId9"/>
  </p:handoutMasterIdLst>
  <p:sldIdLst>
    <p:sldId id="1617" r:id="rId5"/>
    <p:sldId id="1618" r:id="rId6"/>
    <p:sldId id="1619" r:id="rId7"/>
  </p:sldIdLst>
  <p:sldSz cx="9144000" cy="5143500" type="screen16x9"/>
  <p:notesSz cx="6724650" cy="9774238"/>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1F2750-9760-A33D-F445-597777792C1A}" name="Bram Verhagen" initials="BV" userId="S::b.verhagen@CroweFoederer.nl::a4fc584f-9462-4149-b939-0f5ad0b1dc1b" providerId="AD"/>
  <p188:author id="{0F77C0B4-41DC-880C-10DC-72B275F4F4FE}" name="Sander Blox" initials="SB" userId="S::s.blox@CroweFoederer.nl::1530a401-9f2d-46c3-87f4-f9d886eb02a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B800"/>
    <a:srgbClr val="002D62"/>
    <a:srgbClr val="FDC00B"/>
    <a:srgbClr val="114696"/>
    <a:srgbClr val="F1AB00"/>
    <a:srgbClr val="FDB9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ijl, gemiddeld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Stijl, licht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D5ABB26-0587-4C30-8999-92F81FD0307C}" styleName="Geen stijl, gee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62"/>
      </p:cViewPr>
      <p:guideLst>
        <p:guide orient="horz" pos="1620"/>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ne van Duppen" userId="515ad80a-b11c-41d5-90ba-3ebdc00664b3" providerId="ADAL" clId="{483F9495-C557-4181-8032-C6F3ACA936CC}"/>
    <pc:docChg chg="modMainMaster">
      <pc:chgData name="Janne van Duppen" userId="515ad80a-b11c-41d5-90ba-3ebdc00664b3" providerId="ADAL" clId="{483F9495-C557-4181-8032-C6F3ACA936CC}" dt="2026-01-07T07:24:46.678" v="9" actId="20577"/>
      <pc:docMkLst>
        <pc:docMk/>
      </pc:docMkLst>
      <pc:sldMasterChg chg="modSp mod modSldLayout">
        <pc:chgData name="Janne van Duppen" userId="515ad80a-b11c-41d5-90ba-3ebdc00664b3" providerId="ADAL" clId="{483F9495-C557-4181-8032-C6F3ACA936CC}" dt="2026-01-07T07:24:46.678" v="9" actId="20577"/>
        <pc:sldMasterMkLst>
          <pc:docMk/>
          <pc:sldMasterMk cId="3658976436" sldId="2147483713"/>
        </pc:sldMasterMkLst>
        <pc:spChg chg="mod">
          <ac:chgData name="Janne van Duppen" userId="515ad80a-b11c-41d5-90ba-3ebdc00664b3" providerId="ADAL" clId="{483F9495-C557-4181-8032-C6F3ACA936CC}" dt="2026-01-07T07:24:14.770" v="1" actId="20577"/>
          <ac:spMkLst>
            <pc:docMk/>
            <pc:sldMasterMk cId="3658976436" sldId="2147483713"/>
            <ac:spMk id="4" creationId="{00000000-0000-0000-0000-000000000000}"/>
          </ac:spMkLst>
        </pc:spChg>
        <pc:sldLayoutChg chg="modSp mod">
          <pc:chgData name="Janne van Duppen" userId="515ad80a-b11c-41d5-90ba-3ebdc00664b3" providerId="ADAL" clId="{483F9495-C557-4181-8032-C6F3ACA936CC}" dt="2026-01-07T07:24:24.704" v="3" actId="20577"/>
          <pc:sldLayoutMkLst>
            <pc:docMk/>
            <pc:sldMasterMk cId="3658976436" sldId="2147483713"/>
            <pc:sldLayoutMk cId="1282686538" sldId="2147483717"/>
          </pc:sldLayoutMkLst>
          <pc:spChg chg="mod">
            <ac:chgData name="Janne van Duppen" userId="515ad80a-b11c-41d5-90ba-3ebdc00664b3" providerId="ADAL" clId="{483F9495-C557-4181-8032-C6F3ACA936CC}" dt="2026-01-07T07:24:24.704" v="3" actId="20577"/>
            <ac:spMkLst>
              <pc:docMk/>
              <pc:sldMasterMk cId="3658976436" sldId="2147483713"/>
              <pc:sldLayoutMk cId="1282686538" sldId="2147483717"/>
              <ac:spMk id="6" creationId="{199D5923-4348-41F0-AF49-5518B89C8A36}"/>
            </ac:spMkLst>
          </pc:spChg>
        </pc:sldLayoutChg>
        <pc:sldLayoutChg chg="modSp mod">
          <pc:chgData name="Janne van Duppen" userId="515ad80a-b11c-41d5-90ba-3ebdc00664b3" providerId="ADAL" clId="{483F9495-C557-4181-8032-C6F3ACA936CC}" dt="2026-01-07T07:24:29.731" v="5" actId="20577"/>
          <pc:sldLayoutMkLst>
            <pc:docMk/>
            <pc:sldMasterMk cId="3658976436" sldId="2147483713"/>
            <pc:sldLayoutMk cId="782268786" sldId="2147483718"/>
          </pc:sldLayoutMkLst>
          <pc:spChg chg="mod">
            <ac:chgData name="Janne van Duppen" userId="515ad80a-b11c-41d5-90ba-3ebdc00664b3" providerId="ADAL" clId="{483F9495-C557-4181-8032-C6F3ACA936CC}" dt="2026-01-07T07:24:29.731" v="5" actId="20577"/>
            <ac:spMkLst>
              <pc:docMk/>
              <pc:sldMasterMk cId="3658976436" sldId="2147483713"/>
              <pc:sldLayoutMk cId="782268786" sldId="2147483718"/>
              <ac:spMk id="7" creationId="{A89DC78F-EE2C-4BF9-ADFE-ADD490446DD6}"/>
            </ac:spMkLst>
          </pc:spChg>
        </pc:sldLayoutChg>
        <pc:sldLayoutChg chg="modSp mod">
          <pc:chgData name="Janne van Duppen" userId="515ad80a-b11c-41d5-90ba-3ebdc00664b3" providerId="ADAL" clId="{483F9495-C557-4181-8032-C6F3ACA936CC}" dt="2026-01-07T07:24:38.737" v="7" actId="20577"/>
          <pc:sldLayoutMkLst>
            <pc:docMk/>
            <pc:sldMasterMk cId="3658976436" sldId="2147483713"/>
            <pc:sldLayoutMk cId="2043868531" sldId="2147483719"/>
          </pc:sldLayoutMkLst>
          <pc:spChg chg="mod">
            <ac:chgData name="Janne van Duppen" userId="515ad80a-b11c-41d5-90ba-3ebdc00664b3" providerId="ADAL" clId="{483F9495-C557-4181-8032-C6F3ACA936CC}" dt="2026-01-07T07:24:38.737" v="7" actId="20577"/>
            <ac:spMkLst>
              <pc:docMk/>
              <pc:sldMasterMk cId="3658976436" sldId="2147483713"/>
              <pc:sldLayoutMk cId="2043868531" sldId="2147483719"/>
              <ac:spMk id="6" creationId="{811DD5F2-617A-49DB-A60F-21C8065D9B03}"/>
            </ac:spMkLst>
          </pc:spChg>
        </pc:sldLayoutChg>
        <pc:sldLayoutChg chg="modSp mod">
          <pc:chgData name="Janne van Duppen" userId="515ad80a-b11c-41d5-90ba-3ebdc00664b3" providerId="ADAL" clId="{483F9495-C557-4181-8032-C6F3ACA936CC}" dt="2026-01-07T07:24:46.678" v="9" actId="20577"/>
          <pc:sldLayoutMkLst>
            <pc:docMk/>
            <pc:sldMasterMk cId="3658976436" sldId="2147483713"/>
            <pc:sldLayoutMk cId="3373778681" sldId="2147483722"/>
          </pc:sldLayoutMkLst>
          <pc:spChg chg="mod">
            <ac:chgData name="Janne van Duppen" userId="515ad80a-b11c-41d5-90ba-3ebdc00664b3" providerId="ADAL" clId="{483F9495-C557-4181-8032-C6F3ACA936CC}" dt="2026-01-07T07:24:46.678" v="9" actId="20577"/>
            <ac:spMkLst>
              <pc:docMk/>
              <pc:sldMasterMk cId="3658976436" sldId="2147483713"/>
              <pc:sldLayoutMk cId="3373778681" sldId="2147483722"/>
              <ac:spMk id="4" creationId="{1146F074-7F5E-4657-9B4B-D806B60AEF14}"/>
            </ac:spMkLst>
          </pc:sp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foederer.sharepoint.com/sites/FS_CorporateFinance/Gedeelde%20documenten/1.%20M&amp;A/01.%20Huidige%20cli&#235;nten/Schuurmans%20Afbouw%20Holding/03.%20Teaser/Cijferopstelling%20en%20grafiek%20voor%20teaser.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Omzet (x 1.000)</c:v>
          </c:tx>
          <c:spPr>
            <a:solidFill>
              <a:srgbClr val="002D62"/>
            </a:solidFill>
            <a:ln>
              <a:solidFill>
                <a:srgbClr val="114696"/>
              </a:solidFill>
            </a:ln>
            <a:effectLst/>
          </c:spPr>
          <c:invertIfNegative val="0"/>
          <c:cat>
            <c:strRef>
              <c:f>Blad1!$C$3:$I$3</c:f>
              <c:strCache>
                <c:ptCount val="7"/>
                <c:pt idx="0">
                  <c:v>2020</c:v>
                </c:pt>
                <c:pt idx="1">
                  <c:v>2021</c:v>
                </c:pt>
                <c:pt idx="2">
                  <c:v>2022</c:v>
                </c:pt>
                <c:pt idx="3">
                  <c:v>2023</c:v>
                </c:pt>
                <c:pt idx="4">
                  <c:v>2024LE</c:v>
                </c:pt>
                <c:pt idx="5">
                  <c:v>2025E</c:v>
                </c:pt>
                <c:pt idx="6">
                  <c:v>2026E</c:v>
                </c:pt>
              </c:strCache>
            </c:strRef>
          </c:cat>
          <c:val>
            <c:numRef>
              <c:f>Blad1!$C$5:$I$5</c:f>
              <c:numCache>
                <c:formatCode>_ "€"\ * #,##0_ ;_ "€"\ * \-#,##0_ ;_ "€"\ * "-"??_ ;_ @_ </c:formatCode>
                <c:ptCount val="7"/>
                <c:pt idx="0">
                  <c:v>16841745</c:v>
                </c:pt>
                <c:pt idx="1">
                  <c:v>11741422</c:v>
                </c:pt>
                <c:pt idx="2">
                  <c:v>14211508</c:v>
                </c:pt>
                <c:pt idx="3" formatCode="_(&quot;€&quot;* #,##0.00_);_(&quot;€&quot;* \(#,##0.00\);_(&quot;€&quot;* &quot;-&quot;??_);_(@_)">
                  <c:v>14419056</c:v>
                </c:pt>
                <c:pt idx="4" formatCode="_(&quot;€&quot;* #,##0.00_);_(&quot;€&quot;* \(#,##0.00\);_(&quot;€&quot;* &quot;-&quot;??_);_(@_)">
                  <c:v>13084824</c:v>
                </c:pt>
                <c:pt idx="5" formatCode="_(&quot;€&quot;* #,##0.00_);_(&quot;€&quot;* \(#,##0.00\);_(&quot;€&quot;* &quot;-&quot;??_);_(@_)">
                  <c:v>13371095</c:v>
                </c:pt>
                <c:pt idx="6" formatCode="_(&quot;€&quot;* #,##0.00_);_(&quot;€&quot;* \(#,##0.00\);_(&quot;€&quot;* &quot;-&quot;??_);_(@_)">
                  <c:v>14157000</c:v>
                </c:pt>
              </c:numCache>
            </c:numRef>
          </c:val>
          <c:extLst>
            <c:ext xmlns:c16="http://schemas.microsoft.com/office/drawing/2014/chart" uri="{C3380CC4-5D6E-409C-BE32-E72D297353CC}">
              <c16:uniqueId val="{00000000-4388-4D1C-8C51-8768C747DFDD}"/>
            </c:ext>
          </c:extLst>
        </c:ser>
        <c:dLbls>
          <c:showLegendKey val="0"/>
          <c:showVal val="0"/>
          <c:showCatName val="0"/>
          <c:showSerName val="0"/>
          <c:showPercent val="0"/>
          <c:showBubbleSize val="0"/>
        </c:dLbls>
        <c:gapWidth val="150"/>
        <c:axId val="358479552"/>
        <c:axId val="359961696"/>
      </c:barChart>
      <c:lineChart>
        <c:grouping val="standard"/>
        <c:varyColors val="0"/>
        <c:ser>
          <c:idx val="1"/>
          <c:order val="1"/>
          <c:tx>
            <c:v>Brutomarge %</c:v>
          </c:tx>
          <c:spPr>
            <a:ln w="28575" cap="rnd">
              <a:solidFill>
                <a:srgbClr val="F9B800"/>
              </a:solidFill>
              <a:round/>
            </a:ln>
            <a:effectLst/>
          </c:spPr>
          <c:marker>
            <c:symbol val="none"/>
          </c:marker>
          <c:val>
            <c:numRef>
              <c:f>Blad1!$C$10:$I$10</c:f>
              <c:numCache>
                <c:formatCode>0.0%</c:formatCode>
                <c:ptCount val="7"/>
                <c:pt idx="0">
                  <c:v>0.19458126221481206</c:v>
                </c:pt>
                <c:pt idx="1">
                  <c:v>0.20487228889311704</c:v>
                </c:pt>
                <c:pt idx="2">
                  <c:v>0.14304245545229965</c:v>
                </c:pt>
                <c:pt idx="3">
                  <c:v>0.23061516648524008</c:v>
                </c:pt>
                <c:pt idx="4">
                  <c:v>0.25783457232592505</c:v>
                </c:pt>
                <c:pt idx="5">
                  <c:v>0.24657531787785517</c:v>
                </c:pt>
                <c:pt idx="6">
                  <c:v>0.24101151373878646</c:v>
                </c:pt>
              </c:numCache>
            </c:numRef>
          </c:val>
          <c:smooth val="0"/>
          <c:extLst>
            <c:ext xmlns:c16="http://schemas.microsoft.com/office/drawing/2014/chart" uri="{C3380CC4-5D6E-409C-BE32-E72D297353CC}">
              <c16:uniqueId val="{00000001-4388-4D1C-8C51-8768C747DFDD}"/>
            </c:ext>
          </c:extLst>
        </c:ser>
        <c:ser>
          <c:idx val="2"/>
          <c:order val="2"/>
          <c:tx>
            <c:v>Genormaliseerde EBITDA-marge %</c:v>
          </c:tx>
          <c:spPr>
            <a:ln w="28575" cap="rnd">
              <a:solidFill>
                <a:schemeClr val="bg1">
                  <a:lumMod val="75000"/>
                </a:schemeClr>
              </a:solidFill>
              <a:round/>
            </a:ln>
            <a:effectLst/>
          </c:spPr>
          <c:marker>
            <c:symbol val="none"/>
          </c:marker>
          <c:val>
            <c:numRef>
              <c:f>Blad1!$C$23:$I$23</c:f>
              <c:numCache>
                <c:formatCode>0.0%</c:formatCode>
                <c:ptCount val="7"/>
                <c:pt idx="0">
                  <c:v>7.7095336617434826E-2</c:v>
                </c:pt>
                <c:pt idx="1">
                  <c:v>3.1198350591606364E-2</c:v>
                </c:pt>
                <c:pt idx="2">
                  <c:v>5.9402000125532067E-2</c:v>
                </c:pt>
                <c:pt idx="3">
                  <c:v>6.1115165930418748E-2</c:v>
                </c:pt>
                <c:pt idx="4">
                  <c:v>8.0469786983760727E-2</c:v>
                </c:pt>
                <c:pt idx="5">
                  <c:v>6.7910518921599161E-2</c:v>
                </c:pt>
                <c:pt idx="6">
                  <c:v>6.8296455463728187E-2</c:v>
                </c:pt>
              </c:numCache>
            </c:numRef>
          </c:val>
          <c:smooth val="0"/>
          <c:extLst>
            <c:ext xmlns:c16="http://schemas.microsoft.com/office/drawing/2014/chart" uri="{C3380CC4-5D6E-409C-BE32-E72D297353CC}">
              <c16:uniqueId val="{00000002-4388-4D1C-8C51-8768C747DFDD}"/>
            </c:ext>
          </c:extLst>
        </c:ser>
        <c:dLbls>
          <c:showLegendKey val="0"/>
          <c:showVal val="0"/>
          <c:showCatName val="0"/>
          <c:showSerName val="0"/>
          <c:showPercent val="0"/>
          <c:showBubbleSize val="0"/>
        </c:dLbls>
        <c:marker val="1"/>
        <c:smooth val="0"/>
        <c:axId val="586685824"/>
        <c:axId val="586657984"/>
      </c:lineChart>
      <c:catAx>
        <c:axId val="358479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nl-NL"/>
          </a:p>
        </c:txPr>
        <c:crossAx val="359961696"/>
        <c:crosses val="autoZero"/>
        <c:auto val="1"/>
        <c:lblAlgn val="ctr"/>
        <c:lblOffset val="100"/>
        <c:noMultiLvlLbl val="0"/>
      </c:catAx>
      <c:valAx>
        <c:axId val="359961696"/>
        <c:scaling>
          <c:orientation val="minMax"/>
          <c:min val="10000000"/>
        </c:scaling>
        <c:delete val="0"/>
        <c:axPos val="l"/>
        <c:majorGridlines>
          <c:spPr>
            <a:ln w="9525" cap="flat" cmpd="sng" algn="ctr">
              <a:solidFill>
                <a:schemeClr val="tx1">
                  <a:lumMod val="15000"/>
                  <a:lumOff val="85000"/>
                </a:schemeClr>
              </a:solidFill>
              <a:round/>
            </a:ln>
            <a:effectLst/>
          </c:spPr>
        </c:majorGridlines>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nl-NL"/>
          </a:p>
        </c:txPr>
        <c:crossAx val="358479552"/>
        <c:crosses val="autoZero"/>
        <c:crossBetween val="between"/>
        <c:majorUnit val="1000000"/>
        <c:minorUnit val="100000"/>
        <c:dispUnits>
          <c:builtInUnit val="thousands"/>
        </c:dispUnits>
      </c:valAx>
      <c:valAx>
        <c:axId val="586657984"/>
        <c:scaling>
          <c:orientation val="minMax"/>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nl-NL"/>
          </a:p>
        </c:txPr>
        <c:crossAx val="586685824"/>
        <c:crosses val="max"/>
        <c:crossBetween val="between"/>
      </c:valAx>
      <c:catAx>
        <c:axId val="586685824"/>
        <c:scaling>
          <c:orientation val="minMax"/>
        </c:scaling>
        <c:delete val="1"/>
        <c:axPos val="b"/>
        <c:majorTickMark val="out"/>
        <c:minorTickMark val="none"/>
        <c:tickLblPos val="nextTo"/>
        <c:crossAx val="58665798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600" b="0" i="0" u="none" strike="noStrike" kern="1200" baseline="0">
              <a:solidFill>
                <a:schemeClr val="tx1"/>
              </a:solidFill>
              <a:latin typeface="+mn-lt"/>
              <a:ea typeface="+mn-ea"/>
              <a:cs typeface="+mn-cs"/>
            </a:defRPr>
          </a:pPr>
          <a:endParaRPr lang="nl-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nl-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E2E1647B-2754-3CDA-49B6-30AB63C3B3BC}"/>
              </a:ext>
            </a:extLst>
          </p:cNvPr>
          <p:cNvSpPr>
            <a:spLocks noGrp="1"/>
          </p:cNvSpPr>
          <p:nvPr>
            <p:ph type="hdr" sz="quarter"/>
          </p:nvPr>
        </p:nvSpPr>
        <p:spPr>
          <a:xfrm>
            <a:off x="0" y="0"/>
            <a:ext cx="2914650" cy="490538"/>
          </a:xfrm>
          <a:prstGeom prst="rect">
            <a:avLst/>
          </a:prstGeom>
        </p:spPr>
        <p:txBody>
          <a:bodyPr vert="horz" lIns="91429" tIns="45714" rIns="91429" bIns="45714" rtlCol="0"/>
          <a:lstStyle>
            <a:lvl1pPr algn="l">
              <a:defRPr sz="1200"/>
            </a:lvl1pPr>
          </a:lstStyle>
          <a:p>
            <a:endParaRPr lang="nl-NL"/>
          </a:p>
        </p:txBody>
      </p:sp>
      <p:sp>
        <p:nvSpPr>
          <p:cNvPr id="3" name="Tijdelijke aanduiding voor datum 2">
            <a:extLst>
              <a:ext uri="{FF2B5EF4-FFF2-40B4-BE49-F238E27FC236}">
                <a16:creationId xmlns:a16="http://schemas.microsoft.com/office/drawing/2014/main" id="{21872DAB-D4BD-BDDE-6019-79076E506925}"/>
              </a:ext>
            </a:extLst>
          </p:cNvPr>
          <p:cNvSpPr>
            <a:spLocks noGrp="1"/>
          </p:cNvSpPr>
          <p:nvPr>
            <p:ph type="dt" sz="quarter" idx="1"/>
          </p:nvPr>
        </p:nvSpPr>
        <p:spPr>
          <a:xfrm>
            <a:off x="3808413" y="0"/>
            <a:ext cx="2914650" cy="490538"/>
          </a:xfrm>
          <a:prstGeom prst="rect">
            <a:avLst/>
          </a:prstGeom>
        </p:spPr>
        <p:txBody>
          <a:bodyPr vert="horz" lIns="91429" tIns="45714" rIns="91429" bIns="45714" rtlCol="0"/>
          <a:lstStyle>
            <a:lvl1pPr algn="r">
              <a:defRPr sz="1200"/>
            </a:lvl1pPr>
          </a:lstStyle>
          <a:p>
            <a:fld id="{8E9B0AE2-E924-4BE0-8BF3-F84E422753DF}" type="datetimeFigureOut">
              <a:rPr lang="nl-NL" smtClean="0"/>
              <a:t>7-1-2026</a:t>
            </a:fld>
            <a:endParaRPr lang="nl-NL"/>
          </a:p>
        </p:txBody>
      </p:sp>
      <p:sp>
        <p:nvSpPr>
          <p:cNvPr id="4" name="Tijdelijke aanduiding voor voettekst 3">
            <a:extLst>
              <a:ext uri="{FF2B5EF4-FFF2-40B4-BE49-F238E27FC236}">
                <a16:creationId xmlns:a16="http://schemas.microsoft.com/office/drawing/2014/main" id="{4B8C0C33-AAE9-FB59-4EC2-D619C07C27FA}"/>
              </a:ext>
            </a:extLst>
          </p:cNvPr>
          <p:cNvSpPr>
            <a:spLocks noGrp="1"/>
          </p:cNvSpPr>
          <p:nvPr>
            <p:ph type="ftr" sz="quarter" idx="2"/>
          </p:nvPr>
        </p:nvSpPr>
        <p:spPr>
          <a:xfrm>
            <a:off x="0" y="9283700"/>
            <a:ext cx="2914650" cy="490538"/>
          </a:xfrm>
          <a:prstGeom prst="rect">
            <a:avLst/>
          </a:prstGeom>
        </p:spPr>
        <p:txBody>
          <a:bodyPr vert="horz" lIns="91429" tIns="45714" rIns="91429" bIns="45714" rtlCol="0" anchor="b"/>
          <a:lstStyle>
            <a:lvl1pPr algn="l">
              <a:defRPr sz="1200"/>
            </a:lvl1pPr>
          </a:lstStyle>
          <a:p>
            <a:endParaRPr lang="nl-NL"/>
          </a:p>
        </p:txBody>
      </p:sp>
      <p:sp>
        <p:nvSpPr>
          <p:cNvPr id="5" name="Tijdelijke aanduiding voor dianummer 4">
            <a:extLst>
              <a:ext uri="{FF2B5EF4-FFF2-40B4-BE49-F238E27FC236}">
                <a16:creationId xmlns:a16="http://schemas.microsoft.com/office/drawing/2014/main" id="{24F00ACB-F511-2B2B-2FE2-A7BCCE7A63A4}"/>
              </a:ext>
            </a:extLst>
          </p:cNvPr>
          <p:cNvSpPr>
            <a:spLocks noGrp="1"/>
          </p:cNvSpPr>
          <p:nvPr>
            <p:ph type="sldNum" sz="quarter" idx="3"/>
          </p:nvPr>
        </p:nvSpPr>
        <p:spPr>
          <a:xfrm>
            <a:off x="3808413" y="9283700"/>
            <a:ext cx="2914650" cy="490538"/>
          </a:xfrm>
          <a:prstGeom prst="rect">
            <a:avLst/>
          </a:prstGeom>
        </p:spPr>
        <p:txBody>
          <a:bodyPr vert="horz" lIns="91429" tIns="45714" rIns="91429" bIns="45714" rtlCol="0" anchor="b"/>
          <a:lstStyle>
            <a:lvl1pPr algn="r">
              <a:defRPr sz="1200"/>
            </a:lvl1pPr>
          </a:lstStyle>
          <a:p>
            <a:fld id="{1E8AD921-9034-4575-9CA6-4210BC204DC6}" type="slidenum">
              <a:rPr lang="nl-NL" smtClean="0"/>
              <a:t>‹nr.›</a:t>
            </a:fld>
            <a:endParaRPr lang="nl-NL"/>
          </a:p>
        </p:txBody>
      </p:sp>
    </p:spTree>
    <p:extLst>
      <p:ext uri="{BB962C8B-B14F-4D97-AF65-F5344CB8AC3E}">
        <p14:creationId xmlns:p14="http://schemas.microsoft.com/office/powerpoint/2010/main" val="99989716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079" userDrawn="1">
          <p15:clr>
            <a:srgbClr val="F26B43"/>
          </p15:clr>
        </p15:guide>
        <p15:guide id="2" pos="2119"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2" y="3"/>
            <a:ext cx="2914015" cy="488711"/>
          </a:xfrm>
          <a:prstGeom prst="rect">
            <a:avLst/>
          </a:prstGeom>
        </p:spPr>
        <p:txBody>
          <a:bodyPr vert="horz" lIns="90080" tIns="45040" rIns="90080" bIns="45040" rtlCol="0"/>
          <a:lstStyle>
            <a:lvl1pPr algn="l">
              <a:defRPr sz="1100"/>
            </a:lvl1pPr>
          </a:lstStyle>
          <a:p>
            <a:endParaRPr lang="nl-NL"/>
          </a:p>
        </p:txBody>
      </p:sp>
      <p:sp>
        <p:nvSpPr>
          <p:cNvPr id="3" name="Tijdelijke aanduiding voor datum 2"/>
          <p:cNvSpPr>
            <a:spLocks noGrp="1"/>
          </p:cNvSpPr>
          <p:nvPr>
            <p:ph type="dt" idx="1"/>
          </p:nvPr>
        </p:nvSpPr>
        <p:spPr>
          <a:xfrm>
            <a:off x="3809080" y="3"/>
            <a:ext cx="2914015" cy="488711"/>
          </a:xfrm>
          <a:prstGeom prst="rect">
            <a:avLst/>
          </a:prstGeom>
        </p:spPr>
        <p:txBody>
          <a:bodyPr vert="horz" lIns="90080" tIns="45040" rIns="90080" bIns="45040" rtlCol="0"/>
          <a:lstStyle>
            <a:lvl1pPr algn="r">
              <a:defRPr sz="1100"/>
            </a:lvl1pPr>
          </a:lstStyle>
          <a:p>
            <a:fld id="{8A4C440D-5F24-4A47-8F08-276EEDE37211}" type="datetimeFigureOut">
              <a:rPr lang="nl-NL" smtClean="0"/>
              <a:t>7-1-2026</a:t>
            </a:fld>
            <a:endParaRPr lang="nl-NL"/>
          </a:p>
        </p:txBody>
      </p:sp>
      <p:sp>
        <p:nvSpPr>
          <p:cNvPr id="4" name="Tijdelijke aanduiding voor dia-afbeelding 3"/>
          <p:cNvSpPr>
            <a:spLocks noGrp="1" noRot="1" noChangeAspect="1"/>
          </p:cNvSpPr>
          <p:nvPr>
            <p:ph type="sldImg" idx="2"/>
          </p:nvPr>
        </p:nvSpPr>
        <p:spPr>
          <a:xfrm>
            <a:off x="100013" y="730250"/>
            <a:ext cx="6524625" cy="3670300"/>
          </a:xfrm>
          <a:prstGeom prst="rect">
            <a:avLst/>
          </a:prstGeom>
          <a:noFill/>
          <a:ln w="12700">
            <a:solidFill>
              <a:prstClr val="black"/>
            </a:solidFill>
          </a:ln>
        </p:spPr>
        <p:txBody>
          <a:bodyPr vert="horz" lIns="90080" tIns="45040" rIns="90080" bIns="45040" rtlCol="0" anchor="ctr"/>
          <a:lstStyle/>
          <a:p>
            <a:endParaRPr lang="nl-NL"/>
          </a:p>
        </p:txBody>
      </p:sp>
      <p:sp>
        <p:nvSpPr>
          <p:cNvPr id="5" name="Tijdelijke aanduiding voor notities 4"/>
          <p:cNvSpPr>
            <a:spLocks noGrp="1"/>
          </p:cNvSpPr>
          <p:nvPr>
            <p:ph type="body" sz="quarter" idx="3"/>
          </p:nvPr>
        </p:nvSpPr>
        <p:spPr>
          <a:xfrm>
            <a:off x="672466" y="4642765"/>
            <a:ext cx="5379720" cy="4398406"/>
          </a:xfrm>
          <a:prstGeom prst="rect">
            <a:avLst/>
          </a:prstGeom>
        </p:spPr>
        <p:txBody>
          <a:bodyPr vert="horz" lIns="90080" tIns="45040" rIns="90080" bIns="4504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2" y="9283831"/>
            <a:ext cx="2914015" cy="488711"/>
          </a:xfrm>
          <a:prstGeom prst="rect">
            <a:avLst/>
          </a:prstGeom>
        </p:spPr>
        <p:txBody>
          <a:bodyPr vert="horz" lIns="90080" tIns="45040" rIns="90080" bIns="45040" rtlCol="0" anchor="b"/>
          <a:lstStyle>
            <a:lvl1pPr algn="l">
              <a:defRPr sz="1100"/>
            </a:lvl1pPr>
          </a:lstStyle>
          <a:p>
            <a:endParaRPr lang="nl-NL"/>
          </a:p>
        </p:txBody>
      </p:sp>
      <p:sp>
        <p:nvSpPr>
          <p:cNvPr id="7" name="Tijdelijke aanduiding voor dianummer 6"/>
          <p:cNvSpPr>
            <a:spLocks noGrp="1"/>
          </p:cNvSpPr>
          <p:nvPr>
            <p:ph type="sldNum" sz="quarter" idx="5"/>
          </p:nvPr>
        </p:nvSpPr>
        <p:spPr>
          <a:xfrm>
            <a:off x="3809080" y="9283831"/>
            <a:ext cx="2914015" cy="488711"/>
          </a:xfrm>
          <a:prstGeom prst="rect">
            <a:avLst/>
          </a:prstGeom>
        </p:spPr>
        <p:txBody>
          <a:bodyPr vert="horz" lIns="90080" tIns="45040" rIns="90080" bIns="45040" rtlCol="0" anchor="b"/>
          <a:lstStyle>
            <a:lvl1pPr algn="r">
              <a:defRPr sz="1100"/>
            </a:lvl1pPr>
          </a:lstStyle>
          <a:p>
            <a:fld id="{ECDA0FC7-0C20-4CB6-8B0F-0CA7B606CD72}" type="slidenum">
              <a:rPr lang="nl-NL" smtClean="0"/>
              <a:t>‹nr.›</a:t>
            </a:fld>
            <a:endParaRPr lang="nl-NL"/>
          </a:p>
        </p:txBody>
      </p:sp>
    </p:spTree>
    <p:extLst>
      <p:ext uri="{BB962C8B-B14F-4D97-AF65-F5344CB8AC3E}">
        <p14:creationId xmlns:p14="http://schemas.microsoft.com/office/powerpoint/2010/main" val="126723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Amber Dots">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DCB86F2-FAAD-4E24-ABEF-C5D08A63B9BF}"/>
              </a:ext>
            </a:extLst>
          </p:cNvPr>
          <p:cNvSpPr>
            <a:spLocks noGrp="1"/>
          </p:cNvSpPr>
          <p:nvPr>
            <p:ph type="pic" sz="quarter" idx="13"/>
          </p:nvPr>
        </p:nvSpPr>
        <p:spPr>
          <a:xfrm>
            <a:off x="0" y="0"/>
            <a:ext cx="9144000" cy="5143500"/>
          </a:xfrm>
        </p:spPr>
        <p:txBody>
          <a:bodyPr/>
          <a:lstStyle/>
          <a:p>
            <a:endParaRPr lang="en-US"/>
          </a:p>
        </p:txBody>
      </p:sp>
      <p:sp>
        <p:nvSpPr>
          <p:cNvPr id="7" name="Title 12">
            <a:extLst>
              <a:ext uri="{FF2B5EF4-FFF2-40B4-BE49-F238E27FC236}">
                <a16:creationId xmlns:a16="http://schemas.microsoft.com/office/drawing/2014/main" id="{BF0A8339-545A-4170-8353-D4FD87381B6F}"/>
              </a:ext>
            </a:extLst>
          </p:cNvPr>
          <p:cNvSpPr>
            <a:spLocks noGrp="1"/>
          </p:cNvSpPr>
          <p:nvPr>
            <p:ph type="title" hasCustomPrompt="1"/>
          </p:nvPr>
        </p:nvSpPr>
        <p:spPr>
          <a:xfrm>
            <a:off x="675001" y="1485001"/>
            <a:ext cx="3816011" cy="1154162"/>
          </a:xfrm>
        </p:spPr>
        <p:txBody>
          <a:bodyPr wrap="square">
            <a:spAutoFit/>
          </a:bodyPr>
          <a:lstStyle>
            <a:lvl1pPr>
              <a:lnSpc>
                <a:spcPts val="4500"/>
              </a:lnSpc>
              <a:defRPr sz="4500">
                <a:solidFill>
                  <a:schemeClr val="tx1"/>
                </a:solidFill>
              </a:defRPr>
            </a:lvl1pPr>
          </a:lstStyle>
          <a:p>
            <a:r>
              <a:rPr lang="en-US"/>
              <a:t>Click to add Master title</a:t>
            </a:r>
          </a:p>
        </p:txBody>
      </p:sp>
      <p:sp>
        <p:nvSpPr>
          <p:cNvPr id="8" name="Text Placeholder 14">
            <a:extLst>
              <a:ext uri="{FF2B5EF4-FFF2-40B4-BE49-F238E27FC236}">
                <a16:creationId xmlns:a16="http://schemas.microsoft.com/office/drawing/2014/main" id="{C23C7FBF-CE69-4C83-B97D-04A8F09C2E4F}"/>
              </a:ext>
            </a:extLst>
          </p:cNvPr>
          <p:cNvSpPr>
            <a:spLocks noGrp="1"/>
          </p:cNvSpPr>
          <p:nvPr>
            <p:ph type="body" sz="quarter" idx="10" hasCustomPrompt="1"/>
          </p:nvPr>
        </p:nvSpPr>
        <p:spPr>
          <a:xfrm>
            <a:off x="675001" y="2565000"/>
            <a:ext cx="3816011" cy="276999"/>
          </a:xfrm>
        </p:spPr>
        <p:txBody>
          <a:bodyPr wrap="square">
            <a:spAutoFit/>
          </a:bodyPr>
          <a:lstStyle>
            <a:lvl1pPr marL="0" indent="0">
              <a:buNone/>
              <a:defRPr sz="1800">
                <a:solidFill>
                  <a:schemeClr val="tx1"/>
                </a:solidFill>
              </a:defRPr>
            </a:lvl1pPr>
          </a:lstStyle>
          <a:p>
            <a:pPr lvl="0"/>
            <a:r>
              <a:rPr lang="en-US"/>
              <a:t>Add Subtitle Here</a:t>
            </a:r>
          </a:p>
        </p:txBody>
      </p:sp>
      <p:sp>
        <p:nvSpPr>
          <p:cNvPr id="9" name="Text Placeholder 14">
            <a:extLst>
              <a:ext uri="{FF2B5EF4-FFF2-40B4-BE49-F238E27FC236}">
                <a16:creationId xmlns:a16="http://schemas.microsoft.com/office/drawing/2014/main" id="{4F6F90AA-5A81-4662-A7A9-9A1288B53FBE}"/>
              </a:ext>
            </a:extLst>
          </p:cNvPr>
          <p:cNvSpPr>
            <a:spLocks noGrp="1"/>
          </p:cNvSpPr>
          <p:nvPr>
            <p:ph type="body" sz="quarter" idx="11" hasCustomPrompt="1"/>
          </p:nvPr>
        </p:nvSpPr>
        <p:spPr>
          <a:xfrm>
            <a:off x="675001" y="3510000"/>
            <a:ext cx="3816011" cy="276999"/>
          </a:xfrm>
        </p:spPr>
        <p:txBody>
          <a:bodyPr wrap="square">
            <a:spAutoFit/>
          </a:bodyPr>
          <a:lstStyle>
            <a:lvl1pPr marL="0" indent="0">
              <a:buNone/>
              <a:defRPr sz="1800">
                <a:solidFill>
                  <a:schemeClr val="tx1"/>
                </a:solidFill>
              </a:defRPr>
            </a:lvl1pPr>
          </a:lstStyle>
          <a:p>
            <a:pPr lvl="0"/>
            <a:r>
              <a:rPr lang="en-US"/>
              <a:t>Presenters Name</a:t>
            </a:r>
          </a:p>
        </p:txBody>
      </p:sp>
      <p:sp>
        <p:nvSpPr>
          <p:cNvPr id="10" name="Text Placeholder 14">
            <a:extLst>
              <a:ext uri="{FF2B5EF4-FFF2-40B4-BE49-F238E27FC236}">
                <a16:creationId xmlns:a16="http://schemas.microsoft.com/office/drawing/2014/main" id="{24BECD84-6BDB-4C60-9269-5B0F3D3B6D4C}"/>
              </a:ext>
            </a:extLst>
          </p:cNvPr>
          <p:cNvSpPr>
            <a:spLocks noGrp="1"/>
          </p:cNvSpPr>
          <p:nvPr>
            <p:ph type="body" sz="quarter" idx="12" hasCustomPrompt="1"/>
          </p:nvPr>
        </p:nvSpPr>
        <p:spPr>
          <a:xfrm>
            <a:off x="675001" y="3915000"/>
            <a:ext cx="3816011" cy="276999"/>
          </a:xfrm>
        </p:spPr>
        <p:txBody>
          <a:bodyPr wrap="square">
            <a:spAutoFit/>
          </a:bodyPr>
          <a:lstStyle>
            <a:lvl1pPr marL="0" indent="0">
              <a:buNone/>
              <a:defRPr sz="1800">
                <a:solidFill>
                  <a:schemeClr val="tx1"/>
                </a:solidFill>
              </a:defRPr>
            </a:lvl1pPr>
          </a:lstStyle>
          <a:p>
            <a:pPr lvl="0"/>
            <a:r>
              <a:rPr lang="en-US"/>
              <a:t>Month/Day/Year</a:t>
            </a:r>
          </a:p>
        </p:txBody>
      </p:sp>
      <p:cxnSp>
        <p:nvCxnSpPr>
          <p:cNvPr id="2" name="Rechte verbindingslijn 1">
            <a:extLst>
              <a:ext uri="{FF2B5EF4-FFF2-40B4-BE49-F238E27FC236}">
                <a16:creationId xmlns:a16="http://schemas.microsoft.com/office/drawing/2014/main" id="{3F1E8598-FAF9-EEC4-C2E0-331AC9777364}"/>
              </a:ext>
            </a:extLst>
          </p:cNvPr>
          <p:cNvCxnSpPr>
            <a:cxnSpLocks/>
          </p:cNvCxnSpPr>
          <p:nvPr userDrawn="1"/>
        </p:nvCxnSpPr>
        <p:spPr>
          <a:xfrm>
            <a:off x="0" y="4725001"/>
            <a:ext cx="9144000" cy="0"/>
          </a:xfrm>
          <a:prstGeom prst="line">
            <a:avLst/>
          </a:prstGeom>
          <a:ln w="12700">
            <a:solidFill>
              <a:srgbClr val="FDB91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069717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721AA8B5-9E1F-4E2E-814C-15CDBBA176FC}"/>
              </a:ext>
            </a:extLst>
          </p:cNvPr>
          <p:cNvSpPr>
            <a:spLocks noGrp="1"/>
          </p:cNvSpPr>
          <p:nvPr>
            <p:ph type="body" sz="quarter" idx="10"/>
          </p:nvPr>
        </p:nvSpPr>
        <p:spPr>
          <a:xfrm>
            <a:off x="405000" y="1350000"/>
            <a:ext cx="8370000" cy="3375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98683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73110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Content with Dot Backgroun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95C106F-42B8-42A1-8E89-09BCE8129178}"/>
              </a:ext>
            </a:extLst>
          </p:cNvPr>
          <p:cNvPicPr>
            <a:picLocks noChangeAspect="1"/>
          </p:cNvPicPr>
          <p:nvPr/>
        </p:nvPicPr>
        <p:blipFill>
          <a:blip r:embed="rId2"/>
          <a:stretch>
            <a:fillRect/>
          </a:stretch>
        </p:blipFill>
        <p:spPr>
          <a:xfrm>
            <a:off x="704088" y="417886"/>
            <a:ext cx="7735824" cy="4307734"/>
          </a:xfrm>
          <a:prstGeom prst="rect">
            <a:avLst/>
          </a:prstGeom>
        </p:spPr>
      </p:pic>
      <p:sp>
        <p:nvSpPr>
          <p:cNvPr id="11" name="Text Placeholder 10"/>
          <p:cNvSpPr>
            <a:spLocks noGrp="1"/>
          </p:cNvSpPr>
          <p:nvPr>
            <p:ph type="body" sz="quarter" idx="11"/>
          </p:nvPr>
        </p:nvSpPr>
        <p:spPr>
          <a:xfrm>
            <a:off x="704135" y="611066"/>
            <a:ext cx="4373423" cy="1314450"/>
          </a:xfrm>
        </p:spPr>
        <p:txBody>
          <a:bodyPr/>
          <a:lstStyle>
            <a:lvl1pPr marL="0" indent="0">
              <a:buFontTx/>
              <a:buNone/>
              <a:defRPr sz="3600" b="1"/>
            </a:lvl1pPr>
            <a:lvl2pPr marL="87440" indent="0">
              <a:buFontTx/>
              <a:buNone/>
              <a:defRPr/>
            </a:lvl2pPr>
            <a:lvl3pPr marL="169736" indent="0">
              <a:buFontTx/>
              <a:buNone/>
              <a:defRPr/>
            </a:lvl3pPr>
            <a:lvl4pPr marL="241745" indent="0">
              <a:buFontTx/>
              <a:buNone/>
              <a:defRPr/>
            </a:lvl4pPr>
            <a:lvl5pPr marL="313754" indent="0">
              <a:buFontTx/>
              <a:buNone/>
              <a:defRPr/>
            </a:lvl5pPr>
          </a:lstStyle>
          <a:p>
            <a:pPr lvl="0"/>
            <a:r>
              <a:rPr lang="en-US"/>
              <a:t>Edit Master text styles</a:t>
            </a:r>
          </a:p>
        </p:txBody>
      </p:sp>
      <p:sp>
        <p:nvSpPr>
          <p:cNvPr id="6" name="TextBox 5">
            <a:extLst>
              <a:ext uri="{FF2B5EF4-FFF2-40B4-BE49-F238E27FC236}">
                <a16:creationId xmlns:a16="http://schemas.microsoft.com/office/drawing/2014/main" id="{199D5923-4348-41F0-AF49-5518B89C8A36}"/>
              </a:ext>
            </a:extLst>
          </p:cNvPr>
          <p:cNvSpPr txBox="1"/>
          <p:nvPr userDrawn="1"/>
        </p:nvSpPr>
        <p:spPr>
          <a:xfrm>
            <a:off x="405000" y="4892935"/>
            <a:ext cx="1559722" cy="86627"/>
          </a:xfrm>
          <a:prstGeom prst="rect">
            <a:avLst/>
          </a:prstGeom>
          <a:noFill/>
        </p:spPr>
        <p:txBody>
          <a:bodyPr wrap="none" lIns="0" tIns="0" rIns="0" bIns="0" rtlCol="0">
            <a:spAutoFit/>
          </a:bodyPr>
          <a:lstStyle/>
          <a:p>
            <a:pPr rtl="0"/>
            <a:r>
              <a:rPr lang="en-US" sz="563" b="0" i="0" u="none" strike="noStrike" kern="1200" baseline="0" dirty="0">
                <a:solidFill>
                  <a:schemeClr val="tx1"/>
                </a:solidFill>
                <a:latin typeface="+mn-lt"/>
                <a:ea typeface="+mn-ea"/>
                <a:cs typeface="+mn-cs"/>
              </a:rPr>
              <a:t>© 2026 Crowe Foederer Corporate Finance B.V.</a:t>
            </a:r>
          </a:p>
        </p:txBody>
      </p:sp>
      <p:sp>
        <p:nvSpPr>
          <p:cNvPr id="8" name="TextBox 7">
            <a:extLst>
              <a:ext uri="{FF2B5EF4-FFF2-40B4-BE49-F238E27FC236}">
                <a16:creationId xmlns:a16="http://schemas.microsoft.com/office/drawing/2014/main" id="{7874D6F7-7CA6-4DF0-9C18-BBF32AA216B5}"/>
              </a:ext>
            </a:extLst>
          </p:cNvPr>
          <p:cNvSpPr txBox="1"/>
          <p:nvPr userDrawn="1"/>
        </p:nvSpPr>
        <p:spPr>
          <a:xfrm>
            <a:off x="8352243" y="4869181"/>
            <a:ext cx="422757" cy="86627"/>
          </a:xfrm>
          <a:prstGeom prst="rect">
            <a:avLst/>
          </a:prstGeom>
          <a:noFill/>
        </p:spPr>
        <p:txBody>
          <a:bodyPr wrap="square" lIns="0" tIns="0" rIns="0" bIns="0" rtlCol="0">
            <a:spAutoFit/>
          </a:bodyPr>
          <a:lstStyle/>
          <a:p>
            <a:pPr algn="r"/>
            <a:fld id="{043534F5-8106-454C-A466-0C6DA036C846}" type="slidenum">
              <a:rPr kumimoji="0" lang="en-US" sz="563" b="0" i="0" u="none" strike="noStrike" kern="1200" cap="none" normalizeH="0" baseline="0" smtClean="0">
                <a:ln>
                  <a:noFill/>
                </a:ln>
                <a:solidFill>
                  <a:schemeClr val="tx1"/>
                </a:solidFill>
                <a:effectLst/>
                <a:latin typeface="Arial" pitchFamily="34" charset="0"/>
                <a:ea typeface="+mn-ea"/>
                <a:cs typeface="Arial" pitchFamily="34" charset="0"/>
              </a:rPr>
              <a:pPr algn="r"/>
              <a:t>‹nr.›</a:t>
            </a:fld>
            <a:endParaRPr kumimoji="0" lang="en-US" sz="563" b="0" i="0" u="none" strike="noStrike" kern="1200" cap="none" normalizeH="0" baseline="0">
              <a:ln>
                <a:noFill/>
              </a:ln>
              <a:solidFill>
                <a:schemeClr val="tx1"/>
              </a:solidFill>
              <a:effectLst/>
              <a:latin typeface="Arial" pitchFamily="34" charset="0"/>
              <a:ea typeface="+mn-ea"/>
              <a:cs typeface="Arial" pitchFamily="34" charset="0"/>
            </a:endParaRPr>
          </a:p>
        </p:txBody>
      </p:sp>
    </p:spTree>
    <p:extLst>
      <p:ext uri="{BB962C8B-B14F-4D97-AF65-F5344CB8AC3E}">
        <p14:creationId xmlns:p14="http://schemas.microsoft.com/office/powerpoint/2010/main" val="128268653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Break Amber">
    <p:bg>
      <p:bgPr>
        <a:solidFill>
          <a:schemeClr val="accent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7323B22-6313-43FF-8D4E-1952C572FE1A}"/>
              </a:ext>
            </a:extLst>
          </p:cNvPr>
          <p:cNvPicPr>
            <a:picLocks noChangeAspect="1"/>
          </p:cNvPicPr>
          <p:nvPr/>
        </p:nvPicPr>
        <p:blipFill>
          <a:blip r:embed="rId2"/>
          <a:stretch>
            <a:fillRect/>
          </a:stretch>
        </p:blipFill>
        <p:spPr>
          <a:xfrm>
            <a:off x="704135" y="417909"/>
            <a:ext cx="7735731" cy="4307682"/>
          </a:xfrm>
          <a:prstGeom prst="rect">
            <a:avLst/>
          </a:prstGeom>
        </p:spPr>
      </p:pic>
      <p:sp>
        <p:nvSpPr>
          <p:cNvPr id="11" name="Text Placeholder 10"/>
          <p:cNvSpPr>
            <a:spLocks noGrp="1"/>
          </p:cNvSpPr>
          <p:nvPr>
            <p:ph type="body" sz="quarter" idx="11"/>
          </p:nvPr>
        </p:nvSpPr>
        <p:spPr>
          <a:xfrm>
            <a:off x="704134" y="1914525"/>
            <a:ext cx="5182316" cy="1314450"/>
          </a:xfrm>
        </p:spPr>
        <p:txBody>
          <a:bodyPr/>
          <a:lstStyle>
            <a:lvl1pPr marL="0" indent="0">
              <a:buFontTx/>
              <a:buNone/>
              <a:defRPr sz="4500" b="1"/>
            </a:lvl1pPr>
            <a:lvl2pPr marL="87440" indent="0">
              <a:buFontTx/>
              <a:buNone/>
              <a:defRPr/>
            </a:lvl2pPr>
            <a:lvl3pPr marL="169736" indent="0">
              <a:buFontTx/>
              <a:buNone/>
              <a:defRPr/>
            </a:lvl3pPr>
            <a:lvl4pPr marL="241745" indent="0">
              <a:buFontTx/>
              <a:buNone/>
              <a:defRPr/>
            </a:lvl4pPr>
            <a:lvl5pPr marL="313754" indent="0">
              <a:buFontTx/>
              <a:buNone/>
              <a:defRPr/>
            </a:lvl5pPr>
          </a:lstStyle>
          <a:p>
            <a:pPr lvl="0"/>
            <a:r>
              <a:rPr lang="en-US"/>
              <a:t>Edit Master text styles</a:t>
            </a:r>
          </a:p>
        </p:txBody>
      </p:sp>
      <p:sp>
        <p:nvSpPr>
          <p:cNvPr id="7" name="TextBox 6">
            <a:extLst>
              <a:ext uri="{FF2B5EF4-FFF2-40B4-BE49-F238E27FC236}">
                <a16:creationId xmlns:a16="http://schemas.microsoft.com/office/drawing/2014/main" id="{A89DC78F-EE2C-4BF9-ADFE-ADD490446DD6}"/>
              </a:ext>
            </a:extLst>
          </p:cNvPr>
          <p:cNvSpPr txBox="1"/>
          <p:nvPr userDrawn="1"/>
        </p:nvSpPr>
        <p:spPr>
          <a:xfrm>
            <a:off x="405000" y="4892935"/>
            <a:ext cx="1559722" cy="86627"/>
          </a:xfrm>
          <a:prstGeom prst="rect">
            <a:avLst/>
          </a:prstGeom>
          <a:noFill/>
        </p:spPr>
        <p:txBody>
          <a:bodyPr wrap="none" lIns="0" tIns="0" rIns="0" bIns="0" rtlCol="0">
            <a:spAutoFit/>
          </a:bodyPr>
          <a:lstStyle/>
          <a:p>
            <a:pPr rtl="0"/>
            <a:r>
              <a:rPr lang="en-US" sz="563" b="0" i="0" u="none" strike="noStrike" kern="1200" baseline="0" dirty="0">
                <a:solidFill>
                  <a:schemeClr val="tx1"/>
                </a:solidFill>
                <a:latin typeface="+mn-lt"/>
                <a:ea typeface="+mn-ea"/>
                <a:cs typeface="+mn-cs"/>
              </a:rPr>
              <a:t>© 2026 Crowe Foederer Corporate Finance B.V.</a:t>
            </a:r>
          </a:p>
        </p:txBody>
      </p:sp>
      <p:sp>
        <p:nvSpPr>
          <p:cNvPr id="8" name="TextBox 7">
            <a:extLst>
              <a:ext uri="{FF2B5EF4-FFF2-40B4-BE49-F238E27FC236}">
                <a16:creationId xmlns:a16="http://schemas.microsoft.com/office/drawing/2014/main" id="{6E608D85-AAAD-4E22-BA54-7A2483BB7194}"/>
              </a:ext>
            </a:extLst>
          </p:cNvPr>
          <p:cNvSpPr txBox="1"/>
          <p:nvPr userDrawn="1"/>
        </p:nvSpPr>
        <p:spPr>
          <a:xfrm>
            <a:off x="8352243" y="4869181"/>
            <a:ext cx="422757" cy="86627"/>
          </a:xfrm>
          <a:prstGeom prst="rect">
            <a:avLst/>
          </a:prstGeom>
          <a:noFill/>
        </p:spPr>
        <p:txBody>
          <a:bodyPr wrap="square" lIns="0" tIns="0" rIns="0" bIns="0" rtlCol="0">
            <a:spAutoFit/>
          </a:bodyPr>
          <a:lstStyle/>
          <a:p>
            <a:pPr algn="r"/>
            <a:fld id="{043534F5-8106-454C-A466-0C6DA036C846}" type="slidenum">
              <a:rPr kumimoji="0" lang="en-US" sz="563" b="0" i="0" u="none" strike="noStrike" kern="1200" cap="none" normalizeH="0" baseline="0" smtClean="0">
                <a:ln>
                  <a:noFill/>
                </a:ln>
                <a:solidFill>
                  <a:schemeClr val="tx1"/>
                </a:solidFill>
                <a:effectLst/>
                <a:latin typeface="Arial" pitchFamily="34" charset="0"/>
                <a:ea typeface="+mn-ea"/>
                <a:cs typeface="Arial" pitchFamily="34" charset="0"/>
              </a:rPr>
              <a:pPr algn="r"/>
              <a:t>‹nr.›</a:t>
            </a:fld>
            <a:endParaRPr kumimoji="0" lang="en-US" sz="563" b="0" i="0" u="none" strike="noStrike" kern="1200" cap="none" normalizeH="0" baseline="0">
              <a:ln>
                <a:noFill/>
              </a:ln>
              <a:solidFill>
                <a:schemeClr val="tx1"/>
              </a:solidFill>
              <a:effectLst/>
              <a:latin typeface="Arial" pitchFamily="34" charset="0"/>
              <a:ea typeface="+mn-ea"/>
              <a:cs typeface="Arial" pitchFamily="34" charset="0"/>
            </a:endParaRPr>
          </a:p>
        </p:txBody>
      </p:sp>
    </p:spTree>
    <p:extLst>
      <p:ext uri="{BB962C8B-B14F-4D97-AF65-F5344CB8AC3E}">
        <p14:creationId xmlns:p14="http://schemas.microsoft.com/office/powerpoint/2010/main" val="78226878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ection Break White">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95C106F-42B8-42A1-8E89-09BCE8129178}"/>
              </a:ext>
            </a:extLst>
          </p:cNvPr>
          <p:cNvPicPr>
            <a:picLocks noChangeAspect="1"/>
          </p:cNvPicPr>
          <p:nvPr userDrawn="1"/>
        </p:nvPicPr>
        <p:blipFill>
          <a:blip r:embed="rId2"/>
          <a:stretch>
            <a:fillRect/>
          </a:stretch>
        </p:blipFill>
        <p:spPr>
          <a:xfrm>
            <a:off x="704088" y="417886"/>
            <a:ext cx="7735824" cy="4307734"/>
          </a:xfrm>
          <a:prstGeom prst="rect">
            <a:avLst/>
          </a:prstGeom>
        </p:spPr>
      </p:pic>
      <p:sp>
        <p:nvSpPr>
          <p:cNvPr id="11" name="Text Placeholder 10"/>
          <p:cNvSpPr>
            <a:spLocks noGrp="1"/>
          </p:cNvSpPr>
          <p:nvPr>
            <p:ph type="body" sz="quarter" idx="11"/>
          </p:nvPr>
        </p:nvSpPr>
        <p:spPr>
          <a:xfrm>
            <a:off x="704134" y="1885950"/>
            <a:ext cx="5182316" cy="1314450"/>
          </a:xfrm>
        </p:spPr>
        <p:txBody>
          <a:bodyPr/>
          <a:lstStyle>
            <a:lvl1pPr marL="0" indent="0">
              <a:buFontTx/>
              <a:buNone/>
              <a:defRPr sz="4500" b="1"/>
            </a:lvl1pPr>
            <a:lvl2pPr marL="87440" indent="0">
              <a:buFontTx/>
              <a:buNone/>
              <a:defRPr/>
            </a:lvl2pPr>
            <a:lvl3pPr marL="169736" indent="0">
              <a:buFontTx/>
              <a:buNone/>
              <a:defRPr/>
            </a:lvl3pPr>
            <a:lvl4pPr marL="241745" indent="0">
              <a:buFontTx/>
              <a:buNone/>
              <a:defRPr/>
            </a:lvl4pPr>
            <a:lvl5pPr marL="313754" indent="0">
              <a:buFontTx/>
              <a:buNone/>
              <a:defRPr/>
            </a:lvl5pPr>
          </a:lstStyle>
          <a:p>
            <a:pPr lvl="0"/>
            <a:r>
              <a:rPr lang="en-US"/>
              <a:t>Edit Master text styles</a:t>
            </a:r>
          </a:p>
        </p:txBody>
      </p:sp>
      <p:sp>
        <p:nvSpPr>
          <p:cNvPr id="6" name="TextBox 5">
            <a:extLst>
              <a:ext uri="{FF2B5EF4-FFF2-40B4-BE49-F238E27FC236}">
                <a16:creationId xmlns:a16="http://schemas.microsoft.com/office/drawing/2014/main" id="{811DD5F2-617A-49DB-A60F-21C8065D9B03}"/>
              </a:ext>
            </a:extLst>
          </p:cNvPr>
          <p:cNvSpPr txBox="1"/>
          <p:nvPr userDrawn="1"/>
        </p:nvSpPr>
        <p:spPr>
          <a:xfrm>
            <a:off x="405000" y="4892935"/>
            <a:ext cx="1559722" cy="86627"/>
          </a:xfrm>
          <a:prstGeom prst="rect">
            <a:avLst/>
          </a:prstGeom>
          <a:noFill/>
        </p:spPr>
        <p:txBody>
          <a:bodyPr wrap="none" lIns="0" tIns="0" rIns="0" bIns="0" rtlCol="0">
            <a:spAutoFit/>
          </a:bodyPr>
          <a:lstStyle/>
          <a:p>
            <a:pPr rtl="0"/>
            <a:r>
              <a:rPr lang="en-US" sz="563" b="0" i="0" u="none" strike="noStrike" kern="1200" baseline="0" dirty="0">
                <a:solidFill>
                  <a:schemeClr val="tx1"/>
                </a:solidFill>
                <a:latin typeface="+mn-lt"/>
                <a:ea typeface="+mn-ea"/>
                <a:cs typeface="+mn-cs"/>
              </a:rPr>
              <a:t>© 2026 Crowe Foederer Corporate Finance B.V.</a:t>
            </a:r>
          </a:p>
        </p:txBody>
      </p:sp>
      <p:sp>
        <p:nvSpPr>
          <p:cNvPr id="8" name="TextBox 7">
            <a:extLst>
              <a:ext uri="{FF2B5EF4-FFF2-40B4-BE49-F238E27FC236}">
                <a16:creationId xmlns:a16="http://schemas.microsoft.com/office/drawing/2014/main" id="{ABC5CCAB-4D14-4850-9713-8A2D75CB2211}"/>
              </a:ext>
            </a:extLst>
          </p:cNvPr>
          <p:cNvSpPr txBox="1"/>
          <p:nvPr userDrawn="1"/>
        </p:nvSpPr>
        <p:spPr>
          <a:xfrm>
            <a:off x="8352243" y="4869181"/>
            <a:ext cx="422757" cy="86627"/>
          </a:xfrm>
          <a:prstGeom prst="rect">
            <a:avLst/>
          </a:prstGeom>
          <a:noFill/>
        </p:spPr>
        <p:txBody>
          <a:bodyPr wrap="square" lIns="0" tIns="0" rIns="0" bIns="0" rtlCol="0">
            <a:spAutoFit/>
          </a:bodyPr>
          <a:lstStyle/>
          <a:p>
            <a:pPr algn="r"/>
            <a:fld id="{043534F5-8106-454C-A466-0C6DA036C846}" type="slidenum">
              <a:rPr kumimoji="0" lang="en-US" sz="563" b="0" i="0" u="none" strike="noStrike" kern="1200" cap="none" normalizeH="0" baseline="0" smtClean="0">
                <a:ln>
                  <a:noFill/>
                </a:ln>
                <a:solidFill>
                  <a:schemeClr val="tx1"/>
                </a:solidFill>
                <a:effectLst/>
                <a:latin typeface="Arial" pitchFamily="34" charset="0"/>
                <a:ea typeface="+mn-ea"/>
                <a:cs typeface="Arial" pitchFamily="34" charset="0"/>
              </a:rPr>
              <a:pPr algn="r"/>
              <a:t>‹nr.›</a:t>
            </a:fld>
            <a:endParaRPr kumimoji="0" lang="en-US" sz="563" b="0" i="0" u="none" strike="noStrike" kern="1200" cap="none" normalizeH="0" baseline="0">
              <a:ln>
                <a:noFill/>
              </a:ln>
              <a:solidFill>
                <a:schemeClr val="tx1"/>
              </a:solidFill>
              <a:effectLst/>
              <a:latin typeface="Arial" pitchFamily="34" charset="0"/>
              <a:ea typeface="+mn-ea"/>
              <a:cs typeface="Arial" pitchFamily="34" charset="0"/>
            </a:endParaRPr>
          </a:p>
        </p:txBody>
      </p:sp>
    </p:spTree>
    <p:extLst>
      <p:ext uri="{BB962C8B-B14F-4D97-AF65-F5344CB8AC3E}">
        <p14:creationId xmlns:p14="http://schemas.microsoft.com/office/powerpoint/2010/main" val="204386853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05000" y="342901"/>
            <a:ext cx="8370000" cy="369900"/>
          </a:xfrm>
        </p:spPr>
        <p:txBody>
          <a:bodyPr/>
          <a:lstStyle/>
          <a:p>
            <a:r>
              <a:rPr lang="en-US"/>
              <a:t>Click to edit Master title style</a:t>
            </a:r>
          </a:p>
        </p:txBody>
      </p:sp>
      <p:sp>
        <p:nvSpPr>
          <p:cNvPr id="3" name="Content Placeholder 2"/>
          <p:cNvSpPr>
            <a:spLocks noGrp="1"/>
          </p:cNvSpPr>
          <p:nvPr>
            <p:ph sz="half" idx="1"/>
          </p:nvPr>
        </p:nvSpPr>
        <p:spPr>
          <a:xfrm>
            <a:off x="405000" y="1314450"/>
            <a:ext cx="4057650" cy="3417570"/>
          </a:xfrm>
        </p:spPr>
        <p:txBody>
          <a:bodyPr/>
          <a:lstStyle>
            <a:lvl1pPr>
              <a:defRPr sz="1500"/>
            </a:lvl1pPr>
            <a:lvl2pPr>
              <a:defRPr sz="1500"/>
            </a:lvl2pPr>
            <a:lvl3pPr>
              <a:defRPr sz="1500"/>
            </a:lvl3pPr>
            <a:lvl4pPr>
              <a:defRPr sz="1500"/>
            </a:lvl4pPr>
            <a:lvl5pPr>
              <a:defRPr sz="1500"/>
            </a:lvl5pPr>
            <a:lvl6pPr>
              <a:defRPr sz="1013"/>
            </a:lvl6pPr>
            <a:lvl7pPr>
              <a:defRPr sz="1013"/>
            </a:lvl7pPr>
            <a:lvl8pPr>
              <a:defRPr sz="1013"/>
            </a:lvl8pPr>
            <a:lvl9pPr>
              <a:defRPr sz="101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15676" y="1314450"/>
            <a:ext cx="4059325" cy="3417570"/>
          </a:xfrm>
        </p:spPr>
        <p:txBody>
          <a:bodyPr/>
          <a:lstStyle>
            <a:lvl1pPr>
              <a:defRPr sz="1500"/>
            </a:lvl1pPr>
            <a:lvl2pPr>
              <a:defRPr sz="1500"/>
            </a:lvl2pPr>
            <a:lvl3pPr>
              <a:defRPr sz="1500"/>
            </a:lvl3pPr>
            <a:lvl4pPr>
              <a:defRPr sz="1500"/>
            </a:lvl4pPr>
            <a:lvl5pPr>
              <a:defRPr sz="1500"/>
            </a:lvl5pPr>
            <a:lvl6pPr>
              <a:defRPr sz="1013"/>
            </a:lvl6pPr>
            <a:lvl7pPr>
              <a:defRPr sz="1013"/>
            </a:lvl7pPr>
            <a:lvl8pPr>
              <a:defRPr sz="1013"/>
            </a:lvl8pPr>
            <a:lvl9pPr>
              <a:defRPr sz="101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074336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05000" y="342901"/>
            <a:ext cx="8370000" cy="3699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05000" y="1314450"/>
            <a:ext cx="4046220" cy="230833"/>
          </a:xfrm>
        </p:spPr>
        <p:txBody>
          <a:bodyPr anchor="b"/>
          <a:lstStyle>
            <a:lvl1pPr marL="0" indent="0">
              <a:buNone/>
              <a:defRPr sz="150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Edit Master text styles</a:t>
            </a:r>
          </a:p>
        </p:txBody>
      </p:sp>
      <p:sp>
        <p:nvSpPr>
          <p:cNvPr id="4" name="Content Placeholder 3"/>
          <p:cNvSpPr>
            <a:spLocks noGrp="1"/>
          </p:cNvSpPr>
          <p:nvPr>
            <p:ph sz="half" idx="2"/>
          </p:nvPr>
        </p:nvSpPr>
        <p:spPr>
          <a:xfrm>
            <a:off x="405000" y="1645920"/>
            <a:ext cx="4046220" cy="3086100"/>
          </a:xfrm>
        </p:spPr>
        <p:txBody>
          <a:bodyPr/>
          <a:lstStyle>
            <a:lvl1pPr>
              <a:defRPr sz="1350"/>
            </a:lvl1pPr>
            <a:lvl2pPr>
              <a:defRPr sz="1350"/>
            </a:lvl2pPr>
            <a:lvl3pPr>
              <a:defRPr sz="1350"/>
            </a:lvl3pPr>
            <a:lvl4pPr>
              <a:defRPr sz="1350"/>
            </a:lvl4pPr>
            <a:lvl5pPr>
              <a:defRPr sz="1350"/>
            </a:lvl5pPr>
            <a:lvl6pPr>
              <a:defRPr sz="900"/>
            </a:lvl6pPr>
            <a:lvl7pPr>
              <a:defRPr sz="900"/>
            </a:lvl7pPr>
            <a:lvl8pPr>
              <a:defRPr sz="900"/>
            </a:lvl8pPr>
            <a:lvl9pPr>
              <a:defRPr sz="9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28780" y="1331962"/>
            <a:ext cx="4046220" cy="230833"/>
          </a:xfrm>
        </p:spPr>
        <p:txBody>
          <a:bodyPr anchor="b"/>
          <a:lstStyle>
            <a:lvl1pPr marL="0" indent="0">
              <a:buNone/>
              <a:defRPr sz="150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Edit Master text styles</a:t>
            </a:r>
          </a:p>
        </p:txBody>
      </p:sp>
      <p:sp>
        <p:nvSpPr>
          <p:cNvPr id="6" name="Content Placeholder 5"/>
          <p:cNvSpPr>
            <a:spLocks noGrp="1"/>
          </p:cNvSpPr>
          <p:nvPr>
            <p:ph sz="quarter" idx="4"/>
          </p:nvPr>
        </p:nvSpPr>
        <p:spPr>
          <a:xfrm>
            <a:off x="4728780" y="1645920"/>
            <a:ext cx="4046220" cy="3086100"/>
          </a:xfrm>
        </p:spPr>
        <p:txBody>
          <a:bodyPr/>
          <a:lstStyle>
            <a:lvl1pPr>
              <a:defRPr sz="1350"/>
            </a:lvl1pPr>
            <a:lvl2pPr>
              <a:defRPr sz="1350"/>
            </a:lvl2pPr>
            <a:lvl3pPr>
              <a:defRPr sz="1350"/>
            </a:lvl3pPr>
            <a:lvl4pPr>
              <a:defRPr sz="1350"/>
            </a:lvl4pPr>
            <a:lvl5pPr>
              <a:defRPr sz="1350"/>
            </a:lvl5pPr>
            <a:lvl6pPr>
              <a:defRPr sz="900"/>
            </a:lvl6pPr>
            <a:lvl7pPr>
              <a:defRPr sz="900"/>
            </a:lvl7pPr>
            <a:lvl8pPr>
              <a:defRPr sz="900"/>
            </a:lvl8pPr>
            <a:lvl9pPr>
              <a:defRPr sz="9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8731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Option">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146F074-7F5E-4657-9B4B-D806B60AEF14}"/>
              </a:ext>
            </a:extLst>
          </p:cNvPr>
          <p:cNvSpPr txBox="1"/>
          <p:nvPr userDrawn="1"/>
        </p:nvSpPr>
        <p:spPr>
          <a:xfrm>
            <a:off x="405000" y="4892935"/>
            <a:ext cx="1559722" cy="86627"/>
          </a:xfrm>
          <a:prstGeom prst="rect">
            <a:avLst/>
          </a:prstGeom>
          <a:noFill/>
        </p:spPr>
        <p:txBody>
          <a:bodyPr wrap="none" lIns="0" tIns="0" rIns="0" bIns="0" rtlCol="0">
            <a:spAutoFit/>
          </a:bodyPr>
          <a:lstStyle/>
          <a:p>
            <a:pPr rtl="0"/>
            <a:r>
              <a:rPr lang="en-US" sz="563" b="0" i="0" u="none" strike="noStrike" kern="1200" baseline="0" dirty="0">
                <a:solidFill>
                  <a:schemeClr val="tx1"/>
                </a:solidFill>
                <a:latin typeface="+mn-lt"/>
                <a:ea typeface="+mn-ea"/>
                <a:cs typeface="+mn-cs"/>
              </a:rPr>
              <a:t>© 2026 Crowe Foederer Corporate Finance B.V.</a:t>
            </a:r>
          </a:p>
        </p:txBody>
      </p:sp>
      <p:sp>
        <p:nvSpPr>
          <p:cNvPr id="7" name="TextBox 6">
            <a:extLst>
              <a:ext uri="{FF2B5EF4-FFF2-40B4-BE49-F238E27FC236}">
                <a16:creationId xmlns:a16="http://schemas.microsoft.com/office/drawing/2014/main" id="{83683CB2-E51F-42B5-B557-7A5A10960F21}"/>
              </a:ext>
            </a:extLst>
          </p:cNvPr>
          <p:cNvSpPr txBox="1"/>
          <p:nvPr userDrawn="1"/>
        </p:nvSpPr>
        <p:spPr>
          <a:xfrm>
            <a:off x="8352243" y="4869181"/>
            <a:ext cx="422757" cy="86627"/>
          </a:xfrm>
          <a:prstGeom prst="rect">
            <a:avLst/>
          </a:prstGeom>
          <a:noFill/>
        </p:spPr>
        <p:txBody>
          <a:bodyPr wrap="square" lIns="0" tIns="0" rIns="0" bIns="0" rtlCol="0">
            <a:spAutoFit/>
          </a:bodyPr>
          <a:lstStyle/>
          <a:p>
            <a:pPr algn="r"/>
            <a:fld id="{043534F5-8106-454C-A466-0C6DA036C846}" type="slidenum">
              <a:rPr kumimoji="0" lang="en-US" sz="563" b="0" i="0" u="none" strike="noStrike" kern="1200" cap="none" normalizeH="0" baseline="0" smtClean="0">
                <a:ln>
                  <a:noFill/>
                </a:ln>
                <a:solidFill>
                  <a:schemeClr val="tx1"/>
                </a:solidFill>
                <a:effectLst/>
                <a:latin typeface="Arial" pitchFamily="34" charset="0"/>
                <a:ea typeface="+mn-ea"/>
                <a:cs typeface="Arial" pitchFamily="34" charset="0"/>
              </a:rPr>
              <a:pPr algn="r"/>
              <a:t>‹nr.›</a:t>
            </a:fld>
            <a:endParaRPr kumimoji="0" lang="en-US" sz="563" b="0" i="0" u="none" strike="noStrike" kern="1200" cap="none" normalizeH="0" baseline="0">
              <a:ln>
                <a:noFill/>
              </a:ln>
              <a:solidFill>
                <a:schemeClr val="tx1"/>
              </a:solidFill>
              <a:effectLst/>
              <a:latin typeface="Arial" pitchFamily="34" charset="0"/>
              <a:ea typeface="+mn-ea"/>
              <a:cs typeface="Arial" pitchFamily="34" charset="0"/>
            </a:endParaRPr>
          </a:p>
        </p:txBody>
      </p:sp>
    </p:spTree>
    <p:extLst>
      <p:ext uri="{BB962C8B-B14F-4D97-AF65-F5344CB8AC3E}">
        <p14:creationId xmlns:p14="http://schemas.microsoft.com/office/powerpoint/2010/main" val="3373778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7000" y="342901"/>
            <a:ext cx="8370000" cy="369332"/>
          </a:xfrm>
          <a:prstGeom prst="rect">
            <a:avLst/>
          </a:prstGeom>
        </p:spPr>
        <p:txBody>
          <a:bodyPr vert="horz" wrap="square" lIns="0" tIns="0" rIns="0" bIns="0" rtlCol="0" anchor="t" anchorCtr="0">
            <a:spAutoFit/>
          </a:bodyPr>
          <a:lstStyle/>
          <a:p>
            <a:r>
              <a:rPr lang="en-US"/>
              <a:t>Click to edit Master title style</a:t>
            </a:r>
          </a:p>
        </p:txBody>
      </p:sp>
      <p:sp>
        <p:nvSpPr>
          <p:cNvPr id="3" name="Text Placeholder 2"/>
          <p:cNvSpPr>
            <a:spLocks noGrp="1"/>
          </p:cNvSpPr>
          <p:nvPr>
            <p:ph type="body" idx="1"/>
          </p:nvPr>
        </p:nvSpPr>
        <p:spPr>
          <a:xfrm>
            <a:off x="387000" y="1350000"/>
            <a:ext cx="8370000" cy="3375000"/>
          </a:xfrm>
          <a:prstGeom prst="rect">
            <a:avLst/>
          </a:prstGeom>
        </p:spPr>
        <p:txBody>
          <a:bodyPr vert="horz" wrap="square"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405000" y="4892935"/>
            <a:ext cx="1559722" cy="86627"/>
          </a:xfrm>
          <a:prstGeom prst="rect">
            <a:avLst/>
          </a:prstGeom>
          <a:noFill/>
        </p:spPr>
        <p:txBody>
          <a:bodyPr wrap="none" lIns="0" tIns="0" rIns="0" bIns="0" rtlCol="0">
            <a:spAutoFit/>
          </a:bodyPr>
          <a:lstStyle/>
          <a:p>
            <a:pPr rtl="0"/>
            <a:r>
              <a:rPr lang="en-US" sz="563" b="0" i="0" u="none" strike="noStrike" kern="1200" baseline="0" dirty="0">
                <a:solidFill>
                  <a:schemeClr val="tx1"/>
                </a:solidFill>
                <a:latin typeface="+mn-lt"/>
                <a:ea typeface="+mn-ea"/>
                <a:cs typeface="+mn-cs"/>
              </a:rPr>
              <a:t>© 2026 Crowe Foederer Corporate Finance B.V.</a:t>
            </a:r>
          </a:p>
        </p:txBody>
      </p:sp>
      <p:sp>
        <p:nvSpPr>
          <p:cNvPr id="6" name="TextBox 5">
            <a:extLst>
              <a:ext uri="{FF2B5EF4-FFF2-40B4-BE49-F238E27FC236}">
                <a16:creationId xmlns:a16="http://schemas.microsoft.com/office/drawing/2014/main" id="{5E17B961-3CA3-4520-9A64-79F3880ABCBB}"/>
              </a:ext>
            </a:extLst>
          </p:cNvPr>
          <p:cNvSpPr txBox="1"/>
          <p:nvPr/>
        </p:nvSpPr>
        <p:spPr>
          <a:xfrm>
            <a:off x="8352243" y="4869181"/>
            <a:ext cx="422757" cy="86627"/>
          </a:xfrm>
          <a:prstGeom prst="rect">
            <a:avLst/>
          </a:prstGeom>
          <a:noFill/>
        </p:spPr>
        <p:txBody>
          <a:bodyPr wrap="square" lIns="0" tIns="0" rIns="0" bIns="0" rtlCol="0">
            <a:spAutoFit/>
          </a:bodyPr>
          <a:lstStyle/>
          <a:p>
            <a:pPr algn="r"/>
            <a:fld id="{043534F5-8106-454C-A466-0C6DA036C846}" type="slidenum">
              <a:rPr kumimoji="0" lang="en-US" sz="563" b="0" i="0" u="none" strike="noStrike" kern="1200" cap="none" normalizeH="0" baseline="0" smtClean="0">
                <a:ln>
                  <a:noFill/>
                </a:ln>
                <a:solidFill>
                  <a:schemeClr val="tx1"/>
                </a:solidFill>
                <a:effectLst/>
                <a:latin typeface="Arial" pitchFamily="34" charset="0"/>
                <a:ea typeface="+mn-ea"/>
                <a:cs typeface="Arial" pitchFamily="34" charset="0"/>
              </a:rPr>
              <a:pPr algn="r"/>
              <a:t>‹nr.›</a:t>
            </a:fld>
            <a:endParaRPr kumimoji="0" lang="en-US" sz="563" b="0" i="0" u="none" strike="noStrike" kern="1200" cap="none" normalizeH="0" baseline="0">
              <a:ln>
                <a:noFill/>
              </a:ln>
              <a:solidFill>
                <a:schemeClr val="tx1"/>
              </a:solidFill>
              <a:effectLst/>
              <a:latin typeface="Arial" pitchFamily="34" charset="0"/>
              <a:ea typeface="+mn-ea"/>
              <a:cs typeface="Arial" pitchFamily="34" charset="0"/>
            </a:endParaRPr>
          </a:p>
        </p:txBody>
      </p:sp>
      <p:sp>
        <p:nvSpPr>
          <p:cNvPr id="5" name="Tekstvak 4">
            <a:extLst>
              <a:ext uri="{FF2B5EF4-FFF2-40B4-BE49-F238E27FC236}">
                <a16:creationId xmlns:a16="http://schemas.microsoft.com/office/drawing/2014/main" id="{3BDA9DD4-3443-C838-D4F1-6029BA3852E8}"/>
              </a:ext>
            </a:extLst>
          </p:cNvPr>
          <p:cNvSpPr txBox="1"/>
          <p:nvPr userDrawn="1"/>
        </p:nvSpPr>
        <p:spPr>
          <a:xfrm>
            <a:off x="3865234" y="4820832"/>
            <a:ext cx="1413532" cy="230832"/>
          </a:xfrm>
          <a:prstGeom prst="rect">
            <a:avLst/>
          </a:prstGeom>
          <a:noFill/>
        </p:spPr>
        <p:txBody>
          <a:bodyPr wrap="square" rtlCol="0">
            <a:spAutoFit/>
          </a:bodyPr>
          <a:lstStyle/>
          <a:p>
            <a:pPr algn="ctr"/>
            <a:r>
              <a:rPr lang="nl-NL" sz="900" b="1">
                <a:solidFill>
                  <a:srgbClr val="002060"/>
                </a:solidFill>
                <a:latin typeface="Arial (koppen)"/>
              </a:rPr>
              <a:t>VERTROUWELIJK</a:t>
            </a:r>
          </a:p>
        </p:txBody>
      </p:sp>
      <p:cxnSp>
        <p:nvCxnSpPr>
          <p:cNvPr id="7" name="Rechte verbindingslijn 6">
            <a:extLst>
              <a:ext uri="{FF2B5EF4-FFF2-40B4-BE49-F238E27FC236}">
                <a16:creationId xmlns:a16="http://schemas.microsoft.com/office/drawing/2014/main" id="{577869DE-DAB7-A1C7-37F0-4EB93EBB6712}"/>
              </a:ext>
            </a:extLst>
          </p:cNvPr>
          <p:cNvCxnSpPr>
            <a:cxnSpLocks/>
          </p:cNvCxnSpPr>
          <p:nvPr userDrawn="1"/>
        </p:nvCxnSpPr>
        <p:spPr>
          <a:xfrm>
            <a:off x="0" y="4725001"/>
            <a:ext cx="9144000" cy="0"/>
          </a:xfrm>
          <a:prstGeom prst="line">
            <a:avLst/>
          </a:prstGeom>
          <a:ln w="12700">
            <a:solidFill>
              <a:srgbClr val="FDB91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8976436"/>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Lst>
  <p:hf sldNum="0" hdr="0" ftr="0" dt="0"/>
  <p:txStyles>
    <p:titleStyle>
      <a:lvl1pPr algn="ctr" defTabSz="514350" rtl="0" eaLnBrk="1" latinLnBrk="0" hangingPunct="1">
        <a:spcBef>
          <a:spcPct val="0"/>
        </a:spcBef>
        <a:buNone/>
        <a:defRPr sz="2400" b="1" kern="1200" baseline="0">
          <a:solidFill>
            <a:schemeClr val="tx1"/>
          </a:solidFill>
          <a:latin typeface="+mj-lt"/>
          <a:ea typeface="+mj-ea"/>
          <a:cs typeface="+mj-cs"/>
        </a:defRPr>
      </a:lvl1pPr>
    </p:titleStyle>
    <p:bodyStyle>
      <a:lvl1pPr marL="134541" indent="-134541" algn="l" defTabSz="514350" rtl="0" eaLnBrk="1" latinLnBrk="0" hangingPunct="1">
        <a:spcBef>
          <a:spcPts val="450"/>
        </a:spcBef>
        <a:buClr>
          <a:schemeClr val="tx1"/>
        </a:buClr>
        <a:buSzPct val="100000"/>
        <a:buFont typeface="Arial" panose="020B0604020202020204" pitchFamily="34" charset="0"/>
        <a:buChar char="•"/>
        <a:defRPr sz="1800" kern="1200">
          <a:solidFill>
            <a:schemeClr val="tx1"/>
          </a:solidFill>
          <a:latin typeface="+mn-lt"/>
          <a:ea typeface="+mn-ea"/>
          <a:cs typeface="+mn-cs"/>
        </a:defRPr>
      </a:lvl1pPr>
      <a:lvl2pPr marL="269081" indent="-152400" algn="l" defTabSz="514350" rtl="0" eaLnBrk="1" latinLnBrk="0" hangingPunct="1">
        <a:spcBef>
          <a:spcPts val="450"/>
        </a:spcBef>
        <a:buClr>
          <a:schemeClr val="tx1"/>
        </a:buClr>
        <a:buSzPct val="100000"/>
        <a:buFont typeface="Arial" panose="020B0604020202020204" pitchFamily="34" charset="0"/>
        <a:buChar char="•"/>
        <a:defRPr sz="1800" kern="1200">
          <a:solidFill>
            <a:schemeClr val="tx1"/>
          </a:solidFill>
          <a:latin typeface="+mn-lt"/>
          <a:ea typeface="+mn-ea"/>
          <a:cs typeface="+mn-cs"/>
        </a:defRPr>
      </a:lvl2pPr>
      <a:lvl3pPr marL="334566" indent="-108347" algn="l" defTabSz="514350" rtl="0" eaLnBrk="1" latinLnBrk="0" hangingPunct="1">
        <a:spcBef>
          <a:spcPts val="450"/>
        </a:spcBef>
        <a:buClr>
          <a:schemeClr val="tx1"/>
        </a:buClr>
        <a:buSzPct val="100000"/>
        <a:buFont typeface="Arial" panose="020B0604020202020204" pitchFamily="34" charset="0"/>
        <a:buChar char="•"/>
        <a:defRPr sz="1800" kern="1200">
          <a:solidFill>
            <a:schemeClr val="tx1"/>
          </a:solidFill>
          <a:latin typeface="+mn-lt"/>
          <a:ea typeface="+mn-ea"/>
          <a:cs typeface="+mn-cs"/>
        </a:defRPr>
      </a:lvl3pPr>
      <a:lvl4pPr marL="425196" indent="-102870" algn="l" defTabSz="514350" rtl="0" eaLnBrk="1" latinLnBrk="0" hangingPunct="1">
        <a:spcBef>
          <a:spcPts val="450"/>
        </a:spcBef>
        <a:buClr>
          <a:schemeClr val="tx1"/>
        </a:buClr>
        <a:buSzPct val="100000"/>
        <a:buFont typeface="Arial" panose="020B0604020202020204" pitchFamily="34" charset="0"/>
        <a:buChar char="•"/>
        <a:defRPr sz="1800" kern="1200">
          <a:solidFill>
            <a:schemeClr val="tx1"/>
          </a:solidFill>
          <a:latin typeface="+mn-lt"/>
          <a:ea typeface="+mn-ea"/>
          <a:cs typeface="+mn-cs"/>
        </a:defRPr>
      </a:lvl4pPr>
      <a:lvl5pPr marL="521208" indent="-102870" algn="l" defTabSz="514350" rtl="0" eaLnBrk="1" latinLnBrk="0" hangingPunct="1">
        <a:spcBef>
          <a:spcPts val="450"/>
        </a:spcBef>
        <a:buClr>
          <a:schemeClr val="tx1"/>
        </a:buClr>
        <a:buSzPct val="100000"/>
        <a:buFont typeface="Arial" panose="020B0604020202020204" pitchFamily="34" charset="0"/>
        <a:buChar char="•"/>
        <a:defRPr sz="1800" kern="1200">
          <a:solidFill>
            <a:schemeClr val="tx1"/>
          </a:solidFill>
          <a:latin typeface="+mn-lt"/>
          <a:ea typeface="+mn-ea"/>
          <a:cs typeface="+mn-cs"/>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595" userDrawn="1">
          <p15:clr>
            <a:srgbClr val="F26B43"/>
          </p15:clr>
        </p15:guide>
        <p15:guide id="3" pos="240" userDrawn="1">
          <p15:clr>
            <a:srgbClr val="F26B43"/>
          </p15:clr>
        </p15:guide>
        <p15:guide id="4" pos="5517" userDrawn="1">
          <p15:clr>
            <a:srgbClr val="F26B43"/>
          </p15:clr>
        </p15:guide>
        <p15:guide id="5" orient="horz" pos="2984" userDrawn="1">
          <p15:clr>
            <a:srgbClr val="F26B43"/>
          </p15:clr>
        </p15:guide>
        <p15:guide id="6" pos="2880" userDrawn="1">
          <p15:clr>
            <a:srgbClr val="F26B43"/>
          </p15:clr>
        </p15:guide>
        <p15:guide id="7" orient="horz" pos="17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hyperlink" Target="https://www.foederer.nl/corporate-finance" TargetMode="Externa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hyperlink" Target="https://www.foederer.nl/corporate-finance" TargetMode="External"/><Relationship Id="rId18" Type="http://schemas.openxmlformats.org/officeDocument/2006/relationships/hyperlink" Target="https://www.foederer.nl/corporate-finance/debt-advisory" TargetMode="External"/><Relationship Id="rId3" Type="http://schemas.openxmlformats.org/officeDocument/2006/relationships/image" Target="../media/image8.png"/><Relationship Id="rId7" Type="http://schemas.openxmlformats.org/officeDocument/2006/relationships/image" Target="../media/image12.svg"/><Relationship Id="rId12" Type="http://schemas.openxmlformats.org/officeDocument/2006/relationships/image" Target="../media/image17.png"/><Relationship Id="rId17" Type="http://schemas.openxmlformats.org/officeDocument/2006/relationships/hyperlink" Target="https://www.foederer.nl/corporate-finance/transaction-services" TargetMode="External"/><Relationship Id="rId2" Type="http://schemas.openxmlformats.org/officeDocument/2006/relationships/image" Target="../media/image7.png"/><Relationship Id="rId16" Type="http://schemas.openxmlformats.org/officeDocument/2006/relationships/hyperlink" Target="https://www.foederer.nl/corporate-finance/waardering" TargetMode="Externa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5" Type="http://schemas.openxmlformats.org/officeDocument/2006/relationships/hyperlink" Target="https://www.foederer.nl/corporate-finance/aankoop-en-verkoop" TargetMode="External"/><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 Id="rId14" Type="http://schemas.openxmlformats.org/officeDocument/2006/relationships/image" Target="../media/image1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3F63010A-97BE-3BB2-85AA-7FBD9EF4A19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6" name="Title 2">
            <a:extLst>
              <a:ext uri="{FF2B5EF4-FFF2-40B4-BE49-F238E27FC236}">
                <a16:creationId xmlns:a16="http://schemas.microsoft.com/office/drawing/2014/main" id="{9BFF14E5-2F2B-D317-F43E-365A33C4FE8F}"/>
              </a:ext>
            </a:extLst>
          </p:cNvPr>
          <p:cNvSpPr txBox="1">
            <a:spLocks/>
          </p:cNvSpPr>
          <p:nvPr/>
        </p:nvSpPr>
        <p:spPr>
          <a:xfrm>
            <a:off x="405000" y="4287280"/>
            <a:ext cx="4382720" cy="276999"/>
          </a:xfrm>
          <a:prstGeom prst="rect">
            <a:avLst/>
          </a:prstGeom>
        </p:spPr>
        <p:txBody>
          <a:bodyPr vert="horz" wrap="square" lIns="0" tIns="0" rIns="0" bIns="0" rtlCol="0" anchor="t" anchorCtr="0">
            <a:spAutoFit/>
          </a:bodyPr>
          <a:lstStyle>
            <a:lvl1pPr algn="l" defTabSz="514350" rtl="0" eaLnBrk="1" latinLnBrk="0" hangingPunct="1">
              <a:lnSpc>
                <a:spcPts val="4500"/>
              </a:lnSpc>
              <a:spcBef>
                <a:spcPct val="0"/>
              </a:spcBef>
              <a:buNone/>
              <a:defRPr sz="4500" b="1" kern="1200" baseline="0">
                <a:solidFill>
                  <a:schemeClr val="tx1"/>
                </a:solidFill>
                <a:latin typeface="+mj-lt"/>
                <a:ea typeface="+mj-ea"/>
                <a:cs typeface="+mj-cs"/>
              </a:defRPr>
            </a:lvl1pPr>
          </a:lstStyle>
          <a:p>
            <a:pPr>
              <a:lnSpc>
                <a:spcPct val="100000"/>
              </a:lnSpc>
            </a:pPr>
            <a:r>
              <a:rPr lang="nl-NL" altLang="en-US" sz="1800" dirty="0">
                <a:solidFill>
                  <a:schemeClr val="bg1"/>
                </a:solidFill>
              </a:rPr>
              <a:t>Project X</a:t>
            </a:r>
            <a:endParaRPr lang="en-US" altLang="en-US" sz="1200" b="0" dirty="0">
              <a:solidFill>
                <a:schemeClr val="bg1"/>
              </a:solidFill>
            </a:endParaRPr>
          </a:p>
        </p:txBody>
      </p:sp>
    </p:spTree>
    <p:extLst>
      <p:ext uri="{BB962C8B-B14F-4D97-AF65-F5344CB8AC3E}">
        <p14:creationId xmlns:p14="http://schemas.microsoft.com/office/powerpoint/2010/main" val="1786355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64AB86BE-1167-2F05-01B8-A7BC60021C5D}"/>
              </a:ext>
            </a:extLst>
          </p:cNvPr>
          <p:cNvSpPr/>
          <p:nvPr/>
        </p:nvSpPr>
        <p:spPr>
          <a:xfrm>
            <a:off x="5410300" y="857620"/>
            <a:ext cx="3826474" cy="4108817"/>
          </a:xfrm>
          <a:prstGeom prst="rect">
            <a:avLst/>
          </a:prstGeom>
        </p:spPr>
        <p:txBody>
          <a:bodyPr wrap="square">
            <a:spAutoFit/>
          </a:bodyPr>
          <a:lstStyle/>
          <a:p>
            <a:pPr algn="just">
              <a:spcBef>
                <a:spcPct val="0"/>
              </a:spcBef>
              <a:defRPr/>
            </a:pPr>
            <a:r>
              <a:rPr lang="nl-NL" altLang="nl-NL" sz="700" b="1" dirty="0">
                <a:solidFill>
                  <a:srgbClr val="F9B800"/>
                </a:solidFill>
                <a:latin typeface="Arial (Hoofdtekst)"/>
                <a:ea typeface="ＭＳ Ｐゴシック" pitchFamily="34" charset="-128"/>
                <a:cs typeface="+mn-cs"/>
              </a:rPr>
              <a:t>Kengetallen </a:t>
            </a:r>
            <a:r>
              <a:rPr lang="nl-NL" altLang="nl-NL" sz="700" b="1" dirty="0">
                <a:solidFill>
                  <a:srgbClr val="F9B800"/>
                </a:solidFill>
                <a:latin typeface="Arial (Hoofdtekst)"/>
                <a:ea typeface="ＭＳ Ｐゴシック" pitchFamily="34" charset="-128"/>
                <a:cs typeface="+mn-cs"/>
                <a:sym typeface="Wingdings" panose="05000000000000000000" pitchFamily="2" charset="2"/>
              </a:rPr>
              <a:t> dit is een voorbeeld</a:t>
            </a:r>
            <a:endParaRPr lang="nl-NL" altLang="nl-NL" sz="700" b="1" dirty="0">
              <a:solidFill>
                <a:srgbClr val="F9B800"/>
              </a:solidFill>
              <a:latin typeface="Arial (Hoofdtekst)"/>
              <a:ea typeface="ＭＳ Ｐゴシック" pitchFamily="34" charset="-128"/>
              <a:cs typeface="+mn-cs"/>
            </a:endParaRPr>
          </a:p>
          <a:p>
            <a:pPr algn="just">
              <a:spcBef>
                <a:spcPct val="0"/>
              </a:spcBef>
              <a:defRPr/>
            </a:pPr>
            <a:endParaRPr lang="en-GB" altLang="nl-NL" b="1" dirty="0">
              <a:solidFill>
                <a:srgbClr val="002D62"/>
              </a:solidFill>
            </a:endParaRPr>
          </a:p>
          <a:p>
            <a:pPr algn="just">
              <a:spcBef>
                <a:spcPct val="0"/>
              </a:spcBef>
              <a:defRPr/>
            </a:pPr>
            <a:endParaRPr lang="en-GB" altLang="nl-NL" b="1" dirty="0">
              <a:solidFill>
                <a:srgbClr val="002D62"/>
              </a:solidFill>
            </a:endParaRPr>
          </a:p>
          <a:p>
            <a:pPr algn="just">
              <a:spcBef>
                <a:spcPct val="0"/>
              </a:spcBef>
              <a:defRPr/>
            </a:pPr>
            <a:r>
              <a:rPr lang="en-GB" altLang="nl-NL" sz="600" b="1" dirty="0">
                <a:solidFill>
                  <a:srgbClr val="002D62"/>
                </a:solidFill>
              </a:rPr>
              <a:t>*</a:t>
            </a:r>
          </a:p>
          <a:p>
            <a:pPr algn="just">
              <a:spcBef>
                <a:spcPct val="0"/>
              </a:spcBef>
              <a:defRPr/>
            </a:pPr>
            <a:r>
              <a:rPr lang="en-GB" altLang="nl-NL" sz="600" dirty="0"/>
              <a:t>* De EBITDA is </a:t>
            </a:r>
            <a:r>
              <a:rPr lang="en-GB" altLang="nl-NL" sz="600" dirty="0" err="1"/>
              <a:t>genormaliseerd</a:t>
            </a:r>
            <a:endParaRPr lang="en-GB" altLang="nl-NL" sz="600" dirty="0"/>
          </a:p>
          <a:p>
            <a:pPr algn="just">
              <a:spcBef>
                <a:spcPct val="0"/>
              </a:spcBef>
              <a:defRPr/>
            </a:pPr>
            <a:endParaRPr lang="en-GB" altLang="nl-NL" b="1" dirty="0">
              <a:solidFill>
                <a:srgbClr val="002D62"/>
              </a:solidFill>
            </a:endParaRPr>
          </a:p>
          <a:p>
            <a:pPr algn="just">
              <a:spcBef>
                <a:spcPct val="0"/>
              </a:spcBef>
              <a:defRPr/>
            </a:pPr>
            <a:endParaRPr lang="en-GB" altLang="nl-NL" b="1" dirty="0">
              <a:solidFill>
                <a:srgbClr val="002D62"/>
              </a:solidFill>
            </a:endParaRPr>
          </a:p>
          <a:p>
            <a:pPr algn="just">
              <a:spcBef>
                <a:spcPct val="0"/>
              </a:spcBef>
              <a:defRPr/>
            </a:pPr>
            <a:endParaRPr lang="en-GB" altLang="nl-NL" b="1" dirty="0">
              <a:solidFill>
                <a:srgbClr val="002D62"/>
              </a:solidFill>
            </a:endParaRPr>
          </a:p>
          <a:p>
            <a:pPr algn="just">
              <a:spcBef>
                <a:spcPct val="0"/>
              </a:spcBef>
              <a:defRPr/>
            </a:pPr>
            <a:endParaRPr lang="en-GB" altLang="nl-NL" b="1" dirty="0">
              <a:solidFill>
                <a:srgbClr val="002D62"/>
              </a:solidFill>
            </a:endParaRPr>
          </a:p>
          <a:p>
            <a:pPr algn="just">
              <a:spcBef>
                <a:spcPct val="0"/>
              </a:spcBef>
              <a:defRPr/>
            </a:pPr>
            <a:endParaRPr lang="en-GB" altLang="nl-NL" b="1" dirty="0">
              <a:solidFill>
                <a:srgbClr val="002D62"/>
              </a:solidFill>
            </a:endParaRPr>
          </a:p>
          <a:p>
            <a:pPr algn="just">
              <a:spcBef>
                <a:spcPct val="0"/>
              </a:spcBef>
              <a:defRPr/>
            </a:pPr>
            <a:endParaRPr lang="en-GB" altLang="nl-NL" sz="700" b="1" dirty="0">
              <a:solidFill>
                <a:srgbClr val="002D62"/>
              </a:solidFill>
            </a:endParaRPr>
          </a:p>
          <a:p>
            <a:pPr algn="just">
              <a:spcBef>
                <a:spcPct val="0"/>
              </a:spcBef>
              <a:defRPr/>
            </a:pPr>
            <a:endParaRPr lang="nl-NL" altLang="nl-NL" sz="700" b="1" dirty="0">
              <a:latin typeface="Arial (Hoofdtekst)"/>
              <a:ea typeface="+mn-ea"/>
            </a:endParaRPr>
          </a:p>
          <a:p>
            <a:pPr algn="just">
              <a:spcBef>
                <a:spcPct val="0"/>
              </a:spcBef>
              <a:defRPr/>
            </a:pPr>
            <a:endParaRPr lang="nl-NL" altLang="nl-NL" sz="700" b="1" dirty="0">
              <a:latin typeface="Arial (Hoofdtekst)"/>
              <a:ea typeface="+mn-ea"/>
            </a:endParaRPr>
          </a:p>
          <a:p>
            <a:pPr algn="just">
              <a:spcBef>
                <a:spcPct val="0"/>
              </a:spcBef>
              <a:defRPr/>
            </a:pPr>
            <a:r>
              <a:rPr lang="nl-NL" altLang="nl-NL" sz="700" b="1" dirty="0">
                <a:latin typeface="Arial (Hoofdtekst)"/>
                <a:ea typeface="+mn-ea"/>
              </a:rPr>
              <a:t>Communicatie</a:t>
            </a:r>
            <a:endParaRPr lang="nl-NL" altLang="nl-NL" sz="700" b="1" dirty="0">
              <a:solidFill>
                <a:srgbClr val="002D62"/>
              </a:solidFill>
            </a:endParaRPr>
          </a:p>
          <a:p>
            <a:pPr marL="0" indent="0">
              <a:spcBef>
                <a:spcPct val="0"/>
              </a:spcBef>
              <a:buFont typeface="Wingdings" pitchFamily="2" charset="2"/>
              <a:buNone/>
              <a:defRPr/>
            </a:pPr>
            <a:r>
              <a:rPr lang="nl-NL" altLang="nl-NL" sz="700" dirty="0"/>
              <a:t>Alle mondelinge en schriftelijke communicatie naar aanleiding van dit document dient uitsluitend te worden gericht aan:</a:t>
            </a:r>
          </a:p>
          <a:p>
            <a:pPr marL="0" indent="0">
              <a:spcBef>
                <a:spcPct val="0"/>
              </a:spcBef>
              <a:buFont typeface="Wingdings" pitchFamily="2" charset="2"/>
              <a:buNone/>
              <a:defRPr/>
            </a:pPr>
            <a:endParaRPr lang="nl-NL" altLang="nl-NL" sz="700" dirty="0"/>
          </a:p>
          <a:p>
            <a:pPr marL="0" indent="0">
              <a:spcBef>
                <a:spcPct val="0"/>
              </a:spcBef>
              <a:buFont typeface="Wingdings" pitchFamily="2" charset="2"/>
              <a:buNone/>
              <a:defRPr/>
            </a:pPr>
            <a:r>
              <a:rPr lang="nl-NL" altLang="nl-NL" sz="700" dirty="0" err="1"/>
              <a:t>Crowe</a:t>
            </a:r>
            <a:r>
              <a:rPr lang="nl-NL" altLang="nl-NL" sz="700" dirty="0"/>
              <a:t> </a:t>
            </a:r>
            <a:r>
              <a:rPr lang="nl-NL" altLang="nl-NL" sz="700" dirty="0" err="1"/>
              <a:t>Foederer</a:t>
            </a:r>
            <a:r>
              <a:rPr lang="nl-NL" altLang="nl-NL" sz="700" dirty="0"/>
              <a:t> Corporate Finance B.V.</a:t>
            </a:r>
          </a:p>
          <a:p>
            <a:pPr marL="0" indent="0" algn="just" defTabSz="912813">
              <a:spcBef>
                <a:spcPct val="0"/>
              </a:spcBef>
              <a:buClr>
                <a:srgbClr val="7B3136"/>
              </a:buClr>
              <a:buNone/>
            </a:pPr>
            <a:endParaRPr lang="en-US" altLang="nl-NL" sz="700" b="1" dirty="0"/>
          </a:p>
          <a:p>
            <a:pPr marL="0" indent="0" algn="just" defTabSz="912813">
              <a:spcBef>
                <a:spcPct val="0"/>
              </a:spcBef>
              <a:buClr>
                <a:srgbClr val="7B3136"/>
              </a:buClr>
              <a:buNone/>
            </a:pPr>
            <a:r>
              <a:rPr lang="en-US" altLang="nl-NL" sz="700" b="1" dirty="0"/>
              <a:t>Bram Verhagen </a:t>
            </a:r>
            <a:r>
              <a:rPr lang="en-US" altLang="nl-NL" sz="700" b="1" dirty="0">
                <a:solidFill>
                  <a:srgbClr val="FF0000"/>
                </a:solidFill>
                <a:sym typeface="Wingdings" panose="05000000000000000000" pitchFamily="2" charset="2"/>
              </a:rPr>
              <a:t> </a:t>
            </a:r>
            <a:r>
              <a:rPr lang="en-US" altLang="nl-NL" sz="700" b="1" dirty="0" err="1">
                <a:solidFill>
                  <a:srgbClr val="FF0000"/>
                </a:solidFill>
                <a:sym typeface="Wingdings" panose="05000000000000000000" pitchFamily="2" charset="2"/>
              </a:rPr>
              <a:t>aanpassen</a:t>
            </a:r>
            <a:r>
              <a:rPr lang="en-US" altLang="nl-NL" sz="700" b="1" dirty="0">
                <a:solidFill>
                  <a:srgbClr val="FF0000"/>
                </a:solidFill>
                <a:sym typeface="Wingdings" panose="05000000000000000000" pitchFamily="2" charset="2"/>
              </a:rPr>
              <a:t> (</a:t>
            </a:r>
            <a:r>
              <a:rPr lang="en-US" altLang="nl-NL" sz="700" b="1" dirty="0" err="1">
                <a:solidFill>
                  <a:srgbClr val="FF0000"/>
                </a:solidFill>
                <a:sym typeface="Wingdings" panose="05000000000000000000" pitchFamily="2" charset="2"/>
              </a:rPr>
              <a:t>ook</a:t>
            </a:r>
            <a:r>
              <a:rPr lang="en-US" altLang="nl-NL" sz="700" b="1" dirty="0">
                <a:solidFill>
                  <a:srgbClr val="FF0000"/>
                </a:solidFill>
                <a:sym typeface="Wingdings" panose="05000000000000000000" pitchFamily="2" charset="2"/>
              </a:rPr>
              <a:t> op de </a:t>
            </a:r>
            <a:r>
              <a:rPr lang="en-US" altLang="nl-NL" sz="700" b="1" dirty="0" err="1">
                <a:solidFill>
                  <a:srgbClr val="FF0000"/>
                </a:solidFill>
                <a:sym typeface="Wingdings" panose="05000000000000000000" pitchFamily="2" charset="2"/>
              </a:rPr>
              <a:t>volgende</a:t>
            </a:r>
            <a:r>
              <a:rPr lang="en-US" altLang="nl-NL" sz="700" b="1" dirty="0">
                <a:solidFill>
                  <a:srgbClr val="FF0000"/>
                </a:solidFill>
                <a:sym typeface="Wingdings" panose="05000000000000000000" pitchFamily="2" charset="2"/>
              </a:rPr>
              <a:t> </a:t>
            </a:r>
            <a:r>
              <a:rPr lang="en-US" altLang="nl-NL" sz="700" b="1" dirty="0" err="1">
                <a:solidFill>
                  <a:srgbClr val="FF0000"/>
                </a:solidFill>
                <a:sym typeface="Wingdings" panose="05000000000000000000" pitchFamily="2" charset="2"/>
              </a:rPr>
              <a:t>pagina</a:t>
            </a:r>
            <a:r>
              <a:rPr lang="en-US" altLang="nl-NL" sz="700" b="1" dirty="0">
                <a:solidFill>
                  <a:srgbClr val="FF0000"/>
                </a:solidFill>
                <a:sym typeface="Wingdings" panose="05000000000000000000" pitchFamily="2" charset="2"/>
              </a:rPr>
              <a:t>)</a:t>
            </a:r>
            <a:endParaRPr lang="en-US" altLang="nl-NL" sz="700" b="1" dirty="0">
              <a:solidFill>
                <a:srgbClr val="FF0000"/>
              </a:solidFill>
            </a:endParaRPr>
          </a:p>
          <a:p>
            <a:pPr marL="0" indent="0" algn="just" defTabSz="912813">
              <a:spcBef>
                <a:spcPct val="0"/>
              </a:spcBef>
              <a:buClr>
                <a:srgbClr val="7B3136"/>
              </a:buClr>
              <a:buNone/>
            </a:pPr>
            <a:r>
              <a:rPr lang="nl-NL" altLang="nl-NL" sz="700" i="1" dirty="0">
                <a:solidFill>
                  <a:srgbClr val="F9B800"/>
                </a:solidFill>
                <a:latin typeface="Arial (Hoofdtekst)"/>
              </a:rPr>
              <a:t>Consultant</a:t>
            </a:r>
          </a:p>
          <a:p>
            <a:pPr marL="0" indent="0" algn="just" defTabSz="912813">
              <a:spcBef>
                <a:spcPct val="0"/>
              </a:spcBef>
              <a:buClr>
                <a:srgbClr val="7B3136"/>
              </a:buClr>
              <a:buNone/>
            </a:pPr>
            <a:endParaRPr lang="nl-NL" altLang="nl-NL" sz="700" i="1" dirty="0">
              <a:solidFill>
                <a:srgbClr val="FDB913"/>
              </a:solidFill>
              <a:latin typeface="Arial (Hoofdtekst)"/>
            </a:endParaRPr>
          </a:p>
          <a:p>
            <a:pPr marL="0" marR="0" lvl="0" indent="0" algn="just" defTabSz="912813" rtl="0" eaLnBrk="1" fontAlgn="auto" latinLnBrk="0" hangingPunct="1">
              <a:lnSpc>
                <a:spcPct val="100000"/>
              </a:lnSpc>
              <a:spcBef>
                <a:spcPct val="0"/>
              </a:spcBef>
              <a:spcAft>
                <a:spcPts val="0"/>
              </a:spcAft>
              <a:buClr>
                <a:srgbClr val="7B3136"/>
              </a:buClr>
              <a:buSzTx/>
              <a:buFontTx/>
              <a:buNone/>
              <a:tabLst/>
              <a:defRPr/>
            </a:pPr>
            <a:r>
              <a:rPr kumimoji="0" lang="en-US" altLang="nl-NL" sz="700" b="0" i="0" u="none" strike="noStrike" kern="1200" cap="none" spc="0" normalizeH="0" baseline="0" noProof="0" dirty="0" err="1">
                <a:ln>
                  <a:noFill/>
                </a:ln>
                <a:solidFill>
                  <a:srgbClr val="000000"/>
                </a:solidFill>
                <a:effectLst/>
                <a:uLnTx/>
                <a:uFillTx/>
                <a:latin typeface="Arial"/>
                <a:ea typeface="ＭＳ Ｐゴシック" pitchFamily="34" charset="-128"/>
                <a:cs typeface="+mn-cs"/>
              </a:rPr>
              <a:t>Mobiel</a:t>
            </a:r>
            <a:r>
              <a:rPr kumimoji="0" lang="en-US" altLang="nl-NL" sz="700" b="0" i="0" u="none" strike="noStrike" kern="1200" cap="none" spc="0" normalizeH="0" baseline="0" noProof="0" dirty="0">
                <a:ln>
                  <a:noFill/>
                </a:ln>
                <a:solidFill>
                  <a:srgbClr val="000000"/>
                </a:solidFill>
                <a:effectLst/>
                <a:uLnTx/>
                <a:uFillTx/>
                <a:latin typeface="Arial"/>
                <a:ea typeface="ＭＳ Ｐゴシック" pitchFamily="34" charset="-128"/>
                <a:cs typeface="+mn-cs"/>
              </a:rPr>
              <a:t>: </a:t>
            </a:r>
            <a:r>
              <a:rPr lang="en-US" altLang="nl-NL" sz="700" i="1" dirty="0">
                <a:solidFill>
                  <a:srgbClr val="F9B800"/>
                </a:solidFill>
                <a:latin typeface="Arial (Hoofdtekst)"/>
              </a:rPr>
              <a:t>06 –  36 11 03 71</a:t>
            </a:r>
          </a:p>
          <a:p>
            <a:pPr marL="0" marR="0" lvl="0" indent="0" algn="just" defTabSz="912813" rtl="0" eaLnBrk="1" fontAlgn="auto" latinLnBrk="0" hangingPunct="1">
              <a:lnSpc>
                <a:spcPct val="100000"/>
              </a:lnSpc>
              <a:spcBef>
                <a:spcPct val="0"/>
              </a:spcBef>
              <a:spcAft>
                <a:spcPts val="0"/>
              </a:spcAft>
              <a:buClr>
                <a:srgbClr val="7B3136"/>
              </a:buClr>
              <a:buSzTx/>
              <a:buFontTx/>
              <a:buNone/>
              <a:tabLst/>
              <a:defRPr/>
            </a:pPr>
            <a:r>
              <a:rPr kumimoji="0" lang="en-US" altLang="nl-NL" sz="700" b="0" i="0" u="none" strike="noStrike" kern="1200" cap="none" spc="0" normalizeH="0" baseline="0" noProof="0" dirty="0">
                <a:ln>
                  <a:noFill/>
                </a:ln>
                <a:effectLst/>
                <a:uLnTx/>
                <a:uFillTx/>
                <a:latin typeface="Arial"/>
                <a:ea typeface="ＭＳ Ｐゴシック" pitchFamily="34" charset="-128"/>
                <a:cs typeface="+mn-cs"/>
              </a:rPr>
              <a:t>E-mail</a:t>
            </a:r>
            <a:r>
              <a:rPr kumimoji="0" lang="en-US" altLang="nl-NL" sz="700" b="0" i="0" u="none" strike="noStrike" kern="1200" cap="none" spc="0" normalizeH="0" baseline="0" noProof="0" dirty="0">
                <a:ln>
                  <a:noFill/>
                </a:ln>
                <a:solidFill>
                  <a:srgbClr val="F9B800"/>
                </a:solidFill>
                <a:effectLst/>
                <a:uLnTx/>
                <a:uFillTx/>
                <a:latin typeface="Arial"/>
                <a:ea typeface="ＭＳ Ｐゴシック" pitchFamily="34" charset="-128"/>
                <a:cs typeface="+mn-cs"/>
              </a:rPr>
              <a:t>: </a:t>
            </a:r>
            <a:r>
              <a:rPr lang="en-US" altLang="nl-NL" sz="700" i="1" dirty="0" err="1">
                <a:solidFill>
                  <a:srgbClr val="F9B800"/>
                </a:solidFill>
                <a:latin typeface="Arial"/>
                <a:ea typeface="ＭＳ Ｐゴシック" pitchFamily="34" charset="-128"/>
              </a:rPr>
              <a:t>b.verhagen</a:t>
            </a:r>
            <a:r>
              <a:rPr kumimoji="0" lang="en-US" altLang="nl-NL" sz="700" b="0" i="1" u="none" strike="noStrike" kern="1200" cap="none" spc="0" normalizeH="0" baseline="0" noProof="0" dirty="0">
                <a:ln>
                  <a:noFill/>
                </a:ln>
                <a:solidFill>
                  <a:srgbClr val="F9B800"/>
                </a:solidFill>
                <a:effectLst/>
                <a:uLnTx/>
                <a:uFillTx/>
                <a:latin typeface="Arial"/>
                <a:ea typeface="ＭＳ Ｐゴシック" pitchFamily="34" charset="-128"/>
                <a:cs typeface="+mn-cs"/>
              </a:rPr>
              <a:t>@crowefoederer.nl</a:t>
            </a:r>
            <a:endParaRPr lang="en-US" altLang="nl-NL" sz="700" i="1" dirty="0">
              <a:solidFill>
                <a:srgbClr val="F9B800"/>
              </a:solidFill>
              <a:latin typeface="Arial (Hoofdtekst)"/>
            </a:endParaRPr>
          </a:p>
          <a:p>
            <a:pPr marL="0" marR="0" lvl="0" indent="0" algn="just" defTabSz="912813" rtl="0" eaLnBrk="1" fontAlgn="auto" latinLnBrk="0" hangingPunct="1">
              <a:lnSpc>
                <a:spcPct val="100000"/>
              </a:lnSpc>
              <a:spcBef>
                <a:spcPct val="0"/>
              </a:spcBef>
              <a:spcAft>
                <a:spcPts val="0"/>
              </a:spcAft>
              <a:buClr>
                <a:srgbClr val="7B3136"/>
              </a:buClr>
              <a:buSzTx/>
              <a:buFontTx/>
              <a:buNone/>
              <a:tabLst/>
              <a:defRPr/>
            </a:pPr>
            <a:endParaRPr kumimoji="0" lang="en-US" altLang="nl-NL" b="0" i="1" u="none" strike="noStrike" kern="1200" cap="none" spc="0" normalizeH="0" baseline="0" noProof="0" dirty="0">
              <a:ln>
                <a:noFill/>
              </a:ln>
              <a:solidFill>
                <a:srgbClr val="FDB913"/>
              </a:solidFill>
              <a:effectLst/>
              <a:uLnTx/>
              <a:uFillTx/>
              <a:latin typeface="Arial (Hoofdtekst)"/>
              <a:ea typeface="ＭＳ Ｐゴシック" pitchFamily="34" charset="-128"/>
              <a:cs typeface="+mn-cs"/>
            </a:endParaRPr>
          </a:p>
        </p:txBody>
      </p:sp>
      <p:sp>
        <p:nvSpPr>
          <p:cNvPr id="5" name="Rechthoek 4">
            <a:extLst>
              <a:ext uri="{FF2B5EF4-FFF2-40B4-BE49-F238E27FC236}">
                <a16:creationId xmlns:a16="http://schemas.microsoft.com/office/drawing/2014/main" id="{55CB121F-B5CB-A0DB-9D9F-00D6D6E0EEB6}"/>
              </a:ext>
            </a:extLst>
          </p:cNvPr>
          <p:cNvSpPr/>
          <p:nvPr/>
        </p:nvSpPr>
        <p:spPr>
          <a:xfrm>
            <a:off x="6873" y="0"/>
            <a:ext cx="1542146" cy="4718125"/>
          </a:xfrm>
          <a:prstGeom prst="rect">
            <a:avLst/>
          </a:prstGeom>
          <a:solidFill>
            <a:srgbClr val="002D62"/>
          </a:solidFill>
          <a:ln>
            <a:solidFill>
              <a:srgbClr val="002D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 name="Tekstvak 7">
            <a:extLst>
              <a:ext uri="{FF2B5EF4-FFF2-40B4-BE49-F238E27FC236}">
                <a16:creationId xmlns:a16="http://schemas.microsoft.com/office/drawing/2014/main" id="{B6B5E113-EDC5-702E-2859-7D89D1577933}"/>
              </a:ext>
            </a:extLst>
          </p:cNvPr>
          <p:cNvSpPr txBox="1"/>
          <p:nvPr/>
        </p:nvSpPr>
        <p:spPr>
          <a:xfrm>
            <a:off x="75087" y="1023893"/>
            <a:ext cx="1405719" cy="461665"/>
          </a:xfrm>
          <a:prstGeom prst="rect">
            <a:avLst/>
          </a:prstGeom>
          <a:noFill/>
        </p:spPr>
        <p:txBody>
          <a:bodyPr wrap="square" rtlCol="0">
            <a:spAutoFit/>
          </a:bodyPr>
          <a:lstStyle/>
          <a:p>
            <a:pPr algn="ctr"/>
            <a:r>
              <a:rPr lang="nl-NL" sz="800" b="1" dirty="0">
                <a:solidFill>
                  <a:schemeClr val="bg1"/>
                </a:solidFill>
                <a:latin typeface="Arial (Hoofdtekst)"/>
                <a:ea typeface="+mn-ea"/>
              </a:rPr>
              <a:t>Hier in één zin noteren wat het bedrijf doet.</a:t>
            </a:r>
            <a:endParaRPr lang="en-GB" sz="800" b="1" dirty="0">
              <a:solidFill>
                <a:schemeClr val="bg1"/>
              </a:solidFill>
              <a:latin typeface="Arial (Hoofdtekst)"/>
              <a:ea typeface="+mn-ea"/>
            </a:endParaRPr>
          </a:p>
          <a:p>
            <a:pPr algn="r"/>
            <a:endParaRPr lang="en-GB" sz="800" dirty="0">
              <a:solidFill>
                <a:schemeClr val="bg1"/>
              </a:solidFill>
            </a:endParaRPr>
          </a:p>
        </p:txBody>
      </p:sp>
      <p:pic>
        <p:nvPicPr>
          <p:cNvPr id="9" name="Graphic 8" descr="Mijngereedschap silhouet">
            <a:extLst>
              <a:ext uri="{FF2B5EF4-FFF2-40B4-BE49-F238E27FC236}">
                <a16:creationId xmlns:a16="http://schemas.microsoft.com/office/drawing/2014/main" id="{1753CB8D-4A92-58DC-9C7F-B56EABA7FC5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8525" y="2275538"/>
            <a:ext cx="818841" cy="818841"/>
          </a:xfrm>
          <a:prstGeom prst="rect">
            <a:avLst/>
          </a:prstGeom>
        </p:spPr>
      </p:pic>
      <p:sp>
        <p:nvSpPr>
          <p:cNvPr id="10" name="Text Placeholder 2">
            <a:extLst>
              <a:ext uri="{FF2B5EF4-FFF2-40B4-BE49-F238E27FC236}">
                <a16:creationId xmlns:a16="http://schemas.microsoft.com/office/drawing/2014/main" id="{7900C3C0-002A-2DD2-6F04-B06387B2CF88}"/>
              </a:ext>
            </a:extLst>
          </p:cNvPr>
          <p:cNvSpPr>
            <a:spLocks noGrp="1"/>
          </p:cNvSpPr>
          <p:nvPr>
            <p:ph type="body" sz="quarter" idx="10"/>
          </p:nvPr>
        </p:nvSpPr>
        <p:spPr bwMode="auto">
          <a:xfrm>
            <a:off x="1818156" y="857620"/>
            <a:ext cx="3514055" cy="466707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rIns="91440" bIns="45720" numCol="1" anchor="t" anchorCtr="0" compatLnSpc="1">
            <a:prstTxWarp prst="textNoShape">
              <a:avLst/>
            </a:prstTxWarp>
          </a:bodyPr>
          <a:lstStyle/>
          <a:p>
            <a:pPr marL="0" indent="0">
              <a:spcBef>
                <a:spcPct val="0"/>
              </a:spcBef>
              <a:buNone/>
              <a:defRPr/>
            </a:pPr>
            <a:r>
              <a:rPr lang="nl-NL" altLang="nl-NL" sz="700" b="1" dirty="0">
                <a:solidFill>
                  <a:srgbClr val="F9B800"/>
                </a:solidFill>
                <a:latin typeface="Arial (Hoofdtekst)"/>
                <a:ea typeface="ＭＳ Ｐゴシック" pitchFamily="34" charset="-128"/>
                <a:cs typeface="+mn-cs"/>
              </a:rPr>
              <a:t>Introductie</a:t>
            </a:r>
          </a:p>
          <a:p>
            <a:pPr marL="0" indent="0">
              <a:spcBef>
                <a:spcPct val="0"/>
              </a:spcBef>
              <a:buNone/>
              <a:defRPr/>
            </a:pPr>
            <a:r>
              <a:rPr lang="nl-NL" altLang="nl-NL" sz="700" dirty="0">
                <a:solidFill>
                  <a:srgbClr val="FF0000"/>
                </a:solidFill>
                <a:latin typeface="Arial (Hoofdtekst)"/>
                <a:ea typeface="ＭＳ Ｐゴシック" pitchFamily="34" charset="-128"/>
                <a:cs typeface="+mn-cs"/>
              </a:rPr>
              <a:t>Wat doet de onderneming? Wat zijn USP’s? Ongeveer 1-2 korte alinea’s met eventueel een paar </a:t>
            </a:r>
            <a:r>
              <a:rPr lang="nl-NL" altLang="nl-NL" sz="700" dirty="0" err="1">
                <a:solidFill>
                  <a:srgbClr val="FF0000"/>
                </a:solidFill>
                <a:latin typeface="Arial (Hoofdtekst)"/>
                <a:ea typeface="ＭＳ Ｐゴシック" pitchFamily="34" charset="-128"/>
                <a:cs typeface="+mn-cs"/>
              </a:rPr>
              <a:t>bullets</a:t>
            </a:r>
            <a:r>
              <a:rPr lang="nl-NL" altLang="nl-NL" sz="700" dirty="0">
                <a:solidFill>
                  <a:srgbClr val="FF0000"/>
                </a:solidFill>
                <a:latin typeface="Arial (Hoofdtekst)"/>
                <a:ea typeface="ＭＳ Ｐゴシック" pitchFamily="34" charset="-128"/>
                <a:cs typeface="+mn-cs"/>
              </a:rPr>
              <a:t> (van de USP’s of de werkzaamheden).</a:t>
            </a:r>
            <a:endParaRPr lang="nl-NL" altLang="nl-NL" sz="700" dirty="0">
              <a:solidFill>
                <a:srgbClr val="FF0000"/>
              </a:solidFill>
              <a:ea typeface="ＭＳ Ｐゴシック" pitchFamily="34" charset="-128"/>
            </a:endParaRPr>
          </a:p>
          <a:p>
            <a:pPr marL="0" indent="0">
              <a:spcBef>
                <a:spcPct val="0"/>
              </a:spcBef>
              <a:buNone/>
              <a:defRPr/>
            </a:pPr>
            <a:endParaRPr lang="nl-NL" altLang="nl-NL" sz="700" b="1" dirty="0">
              <a:solidFill>
                <a:schemeClr val="tx1">
                  <a:lumMod val="95000"/>
                  <a:lumOff val="5000"/>
                </a:schemeClr>
              </a:solidFill>
              <a:latin typeface="Arial (Hoofdtekst)"/>
              <a:ea typeface="ＭＳ Ｐゴシック" pitchFamily="34" charset="-128"/>
              <a:cs typeface="+mn-cs"/>
            </a:endParaRPr>
          </a:p>
          <a:p>
            <a:pPr marL="0" indent="0">
              <a:spcBef>
                <a:spcPct val="0"/>
              </a:spcBef>
              <a:buNone/>
              <a:defRPr/>
            </a:pPr>
            <a:r>
              <a:rPr lang="nl-NL" altLang="nl-NL" sz="700" b="1" dirty="0">
                <a:solidFill>
                  <a:srgbClr val="F9B800"/>
                </a:solidFill>
                <a:latin typeface="Arial (Hoofdtekst)"/>
                <a:ea typeface="ＭＳ Ｐゴシック" pitchFamily="34" charset="-128"/>
                <a:cs typeface="+mn-cs"/>
              </a:rPr>
              <a:t>Locaties</a:t>
            </a:r>
          </a:p>
          <a:p>
            <a:pPr marL="0" indent="0">
              <a:spcBef>
                <a:spcPct val="0"/>
              </a:spcBef>
              <a:buNone/>
              <a:defRPr/>
            </a:pPr>
            <a:r>
              <a:rPr lang="nl-NL" altLang="nl-NL" sz="700" dirty="0">
                <a:solidFill>
                  <a:srgbClr val="FF0000"/>
                </a:solidFill>
                <a:latin typeface="Arial (Hoofdtekst)"/>
                <a:ea typeface="ＭＳ Ｐゴシック" pitchFamily="34" charset="-128"/>
                <a:cs typeface="+mn-cs"/>
              </a:rPr>
              <a:t>Iets vertellen over waar het bedrijf zit en wat hun werkgebied is. </a:t>
            </a:r>
            <a:r>
              <a:rPr lang="nl-NL" altLang="nl-NL" sz="700" dirty="0">
                <a:solidFill>
                  <a:srgbClr val="FF0000"/>
                </a:solidFill>
                <a:latin typeface="Arial (Hoofdtekst)"/>
                <a:ea typeface="ＭＳ Ｐゴシック" pitchFamily="34" charset="-128"/>
              </a:rPr>
              <a:t>Zet hier nooit de exacte locatie neer, maar bijvoorbeeld het “oosten van Nederland”</a:t>
            </a:r>
            <a:br>
              <a:rPr lang="nl-NL" altLang="nl-NL" sz="700" b="1" dirty="0">
                <a:solidFill>
                  <a:schemeClr val="tx1">
                    <a:lumMod val="95000"/>
                    <a:lumOff val="5000"/>
                  </a:schemeClr>
                </a:solidFill>
                <a:latin typeface="Arial (Hoofdtekst)"/>
                <a:ea typeface="+mn-ea"/>
                <a:cs typeface="+mn-cs"/>
              </a:rPr>
            </a:br>
            <a:br>
              <a:rPr lang="nl-NL" altLang="nl-NL" sz="700" b="1" dirty="0">
                <a:solidFill>
                  <a:schemeClr val="tx1">
                    <a:lumMod val="95000"/>
                    <a:lumOff val="5000"/>
                  </a:schemeClr>
                </a:solidFill>
                <a:latin typeface="Arial (Hoofdtekst)"/>
                <a:ea typeface="+mn-ea"/>
                <a:cs typeface="+mn-cs"/>
              </a:rPr>
            </a:br>
            <a:r>
              <a:rPr lang="nl-NL" altLang="nl-NL" sz="700" b="1" dirty="0">
                <a:solidFill>
                  <a:srgbClr val="F9B800"/>
                </a:solidFill>
                <a:latin typeface="Arial (Hoofdtekst)"/>
                <a:ea typeface="ＭＳ Ｐゴシック" pitchFamily="34" charset="-128"/>
                <a:cs typeface="+mn-cs"/>
              </a:rPr>
              <a:t>Reden van verkoop</a:t>
            </a:r>
          </a:p>
          <a:p>
            <a:pPr marL="0" indent="0" algn="just">
              <a:spcBef>
                <a:spcPct val="0"/>
              </a:spcBef>
              <a:buNone/>
              <a:defRPr/>
            </a:pPr>
            <a:r>
              <a:rPr lang="nl-NL" altLang="nl-NL" sz="700" dirty="0">
                <a:solidFill>
                  <a:srgbClr val="FF0000"/>
                </a:solidFill>
                <a:ea typeface="ＭＳ Ｐゴシック" pitchFamily="34" charset="-128"/>
              </a:rPr>
              <a:t>Reden van verkoop omschrijven. Aangeven of de directie nog actief betrokken blijft etc.</a:t>
            </a:r>
          </a:p>
          <a:p>
            <a:pPr marL="0" indent="0" algn="just">
              <a:spcBef>
                <a:spcPct val="0"/>
              </a:spcBef>
              <a:buNone/>
              <a:defRPr/>
            </a:pPr>
            <a:endParaRPr lang="nl-NL" altLang="nl-NL" sz="700" b="1" dirty="0">
              <a:solidFill>
                <a:srgbClr val="F9B800"/>
              </a:solidFill>
              <a:ea typeface="ＭＳ Ｐゴシック" pitchFamily="34" charset="-128"/>
            </a:endParaRPr>
          </a:p>
          <a:p>
            <a:pPr marL="0" indent="0" algn="just">
              <a:spcBef>
                <a:spcPct val="0"/>
              </a:spcBef>
              <a:buNone/>
              <a:defRPr/>
            </a:pPr>
            <a:r>
              <a:rPr lang="en-GB" altLang="nl-NL" sz="700" b="1" dirty="0">
                <a:solidFill>
                  <a:srgbClr val="F9B800"/>
                </a:solidFill>
              </a:rPr>
              <a:t>Object </a:t>
            </a:r>
            <a:r>
              <a:rPr lang="nl-NL" altLang="nl-NL" sz="700" b="1" dirty="0">
                <a:solidFill>
                  <a:srgbClr val="F9B800"/>
                </a:solidFill>
              </a:rPr>
              <a:t>en</a:t>
            </a:r>
            <a:r>
              <a:rPr lang="en-GB" altLang="nl-NL" sz="700" b="1" dirty="0">
                <a:solidFill>
                  <a:srgbClr val="F9B800"/>
                </a:solidFill>
              </a:rPr>
              <a:t> </a:t>
            </a:r>
            <a:r>
              <a:rPr lang="en-GB" altLang="nl-NL" sz="700" b="1" dirty="0" err="1">
                <a:solidFill>
                  <a:srgbClr val="F9B800"/>
                </a:solidFill>
              </a:rPr>
              <a:t>transactiedatum</a:t>
            </a:r>
            <a:endParaRPr lang="en-GB" altLang="nl-NL" sz="700" b="1" dirty="0">
              <a:solidFill>
                <a:srgbClr val="F9B800"/>
              </a:solidFill>
            </a:endParaRPr>
          </a:p>
          <a:p>
            <a:pPr marL="0" indent="0" algn="just">
              <a:spcBef>
                <a:spcPct val="0"/>
              </a:spcBef>
              <a:buNone/>
              <a:defRPr/>
            </a:pPr>
            <a:r>
              <a:rPr lang="nl-NL" altLang="nl-NL" sz="700" dirty="0">
                <a:solidFill>
                  <a:srgbClr val="FF0000"/>
                </a:solidFill>
                <a:latin typeface="Arial (Hoofdtekst)"/>
                <a:ea typeface="ＭＳ Ｐゴシック" pitchFamily="34" charset="-128"/>
                <a:cs typeface="+mn-cs"/>
              </a:rPr>
              <a:t>In de voorgenomen transactie wordt …% van de aandelen in de onderneming ter overname aangeboden. De beoogde transactiedatum kan in overleg worden bepaald of een bepaalde datum. Mocht er sprake zijn van een medewerkersparticipatie dan dat ook hier opnemen.</a:t>
            </a:r>
            <a:endParaRPr lang="nl-NL" altLang="nl-NL" sz="700" b="1" dirty="0">
              <a:solidFill>
                <a:srgbClr val="FF0000"/>
              </a:solidFill>
              <a:latin typeface="Arial (Hoofdtekst)"/>
              <a:ea typeface="ＭＳ Ｐゴシック" pitchFamily="34" charset="-128"/>
              <a:cs typeface="+mn-cs"/>
            </a:endParaRPr>
          </a:p>
          <a:p>
            <a:pPr marL="0" indent="0">
              <a:spcBef>
                <a:spcPct val="0"/>
              </a:spcBef>
              <a:buNone/>
              <a:defRPr/>
            </a:pPr>
            <a:endParaRPr lang="nl-NL" altLang="nl-NL" sz="700" b="1" dirty="0">
              <a:solidFill>
                <a:srgbClr val="2A4A70"/>
              </a:solidFill>
              <a:latin typeface="Arial (Hoofdtekst)"/>
              <a:ea typeface="ＭＳ Ｐゴシック" pitchFamily="34" charset="-128"/>
              <a:cs typeface="+mn-cs"/>
            </a:endParaRPr>
          </a:p>
          <a:p>
            <a:pPr marL="0" indent="0">
              <a:spcBef>
                <a:spcPct val="0"/>
              </a:spcBef>
              <a:buNone/>
              <a:defRPr/>
            </a:pPr>
            <a:r>
              <a:rPr lang="nl-NL" altLang="nl-NL" sz="800" b="1" dirty="0">
                <a:solidFill>
                  <a:srgbClr val="FF0000"/>
                </a:solidFill>
                <a:latin typeface="Arial (Hoofdtekst)"/>
                <a:ea typeface="ＭＳ Ｐゴシック" pitchFamily="34" charset="-128"/>
                <a:sym typeface="Wingdings" panose="05000000000000000000" pitchFamily="2" charset="2"/>
              </a:rPr>
              <a:t> Het plaatje hier links ook aanpassen zodat het past bij het soort bedrijf.</a:t>
            </a:r>
            <a:endParaRPr lang="nl-NL" altLang="nl-NL" sz="800" b="1" dirty="0">
              <a:solidFill>
                <a:srgbClr val="FF0000"/>
              </a:solidFill>
              <a:latin typeface="Arial (Hoofdtekst)"/>
              <a:ea typeface="ＭＳ Ｐゴシック" pitchFamily="34" charset="-128"/>
              <a:cs typeface="+mn-cs"/>
            </a:endParaRPr>
          </a:p>
          <a:p>
            <a:pPr marL="0" indent="0">
              <a:spcBef>
                <a:spcPct val="0"/>
              </a:spcBef>
              <a:buNone/>
              <a:defRPr/>
            </a:pPr>
            <a:endParaRPr lang="nl-NL" altLang="nl-NL" sz="700" b="1" dirty="0">
              <a:solidFill>
                <a:srgbClr val="2A4A70"/>
              </a:solidFill>
              <a:latin typeface="Arial (Hoofdtekst)"/>
              <a:ea typeface="ＭＳ Ｐゴシック" pitchFamily="34" charset="-128"/>
              <a:cs typeface="+mn-cs"/>
            </a:endParaRPr>
          </a:p>
          <a:p>
            <a:pPr marL="0" indent="0">
              <a:spcBef>
                <a:spcPct val="0"/>
              </a:spcBef>
              <a:buNone/>
              <a:defRPr/>
            </a:pPr>
            <a:endParaRPr lang="nl-NL" altLang="nl-NL" sz="700" b="1" dirty="0">
              <a:latin typeface="Arial (Hoofdtekst)"/>
              <a:ea typeface="+mn-ea"/>
            </a:endParaRPr>
          </a:p>
          <a:p>
            <a:pPr marL="0" indent="0">
              <a:spcBef>
                <a:spcPct val="0"/>
              </a:spcBef>
              <a:buNone/>
              <a:defRPr/>
            </a:pPr>
            <a:endParaRPr lang="nl-NL" altLang="nl-NL" sz="700" b="1" dirty="0">
              <a:solidFill>
                <a:srgbClr val="2A4A70"/>
              </a:solidFill>
              <a:latin typeface="Arial (Hoofdtekst)"/>
              <a:ea typeface="ＭＳ Ｐゴシック" pitchFamily="34" charset="-128"/>
              <a:cs typeface="+mn-cs"/>
            </a:endParaRPr>
          </a:p>
          <a:p>
            <a:pPr marL="0" indent="0">
              <a:spcBef>
                <a:spcPct val="0"/>
              </a:spcBef>
              <a:buNone/>
              <a:defRPr/>
            </a:pPr>
            <a:endParaRPr lang="nl-NL" altLang="nl-NL" sz="700" b="1" dirty="0">
              <a:solidFill>
                <a:srgbClr val="2A4A70"/>
              </a:solidFill>
              <a:latin typeface="Arial (Hoofdtekst)"/>
              <a:ea typeface="ＭＳ Ｐゴシック" pitchFamily="34" charset="-128"/>
              <a:cs typeface="+mn-cs"/>
            </a:endParaRPr>
          </a:p>
          <a:p>
            <a:pPr marL="0" indent="0">
              <a:spcBef>
                <a:spcPct val="0"/>
              </a:spcBef>
              <a:buNone/>
              <a:defRPr/>
            </a:pPr>
            <a:endParaRPr lang="nl-NL" altLang="nl-NL" sz="700" b="1" dirty="0">
              <a:solidFill>
                <a:srgbClr val="2A4A70"/>
              </a:solidFill>
              <a:latin typeface="Arial (Hoofdtekst)"/>
              <a:ea typeface="ＭＳ Ｐゴシック" pitchFamily="34" charset="-128"/>
              <a:cs typeface="+mn-cs"/>
            </a:endParaRPr>
          </a:p>
          <a:p>
            <a:pPr marL="0" indent="0">
              <a:spcBef>
                <a:spcPct val="0"/>
              </a:spcBef>
              <a:buNone/>
              <a:defRPr/>
            </a:pPr>
            <a:endParaRPr lang="nl-NL" altLang="nl-NL" sz="700" b="1" dirty="0">
              <a:solidFill>
                <a:srgbClr val="2A4A70"/>
              </a:solidFill>
              <a:latin typeface="Arial (Hoofdtekst)"/>
              <a:ea typeface="ＭＳ Ｐゴシック" pitchFamily="34" charset="-128"/>
              <a:cs typeface="+mn-cs"/>
            </a:endParaRPr>
          </a:p>
          <a:p>
            <a:pPr marL="0" indent="0">
              <a:spcBef>
                <a:spcPct val="0"/>
              </a:spcBef>
              <a:buNone/>
              <a:defRPr/>
            </a:pPr>
            <a:endParaRPr lang="nl-NL" altLang="nl-NL" sz="700" b="1" dirty="0">
              <a:solidFill>
                <a:srgbClr val="2A4A70"/>
              </a:solidFill>
              <a:latin typeface="Arial (Hoofdtekst)"/>
              <a:ea typeface="ＭＳ Ｐゴシック" pitchFamily="34" charset="-128"/>
              <a:cs typeface="+mn-cs"/>
            </a:endParaRPr>
          </a:p>
          <a:p>
            <a:pPr marL="0" indent="0">
              <a:spcBef>
                <a:spcPct val="0"/>
              </a:spcBef>
              <a:buNone/>
              <a:defRPr/>
            </a:pPr>
            <a:endParaRPr lang="nl-NL" altLang="nl-NL" sz="700" b="1" dirty="0">
              <a:latin typeface="Arial (Hoofdtekst)"/>
              <a:ea typeface="+mn-ea"/>
            </a:endParaRPr>
          </a:p>
          <a:p>
            <a:pPr marL="0" indent="0">
              <a:spcBef>
                <a:spcPct val="0"/>
              </a:spcBef>
              <a:buNone/>
              <a:defRPr/>
            </a:pPr>
            <a:endParaRPr lang="nl-NL" altLang="nl-NL" sz="700" b="1" dirty="0">
              <a:solidFill>
                <a:srgbClr val="2A4A70"/>
              </a:solidFill>
              <a:latin typeface="Arial (Hoofdtekst)"/>
              <a:ea typeface="ＭＳ Ｐゴシック" pitchFamily="34" charset="-128"/>
              <a:cs typeface="+mn-cs"/>
            </a:endParaRPr>
          </a:p>
        </p:txBody>
      </p:sp>
      <p:sp>
        <p:nvSpPr>
          <p:cNvPr id="11" name="Title 1">
            <a:extLst>
              <a:ext uri="{FF2B5EF4-FFF2-40B4-BE49-F238E27FC236}">
                <a16:creationId xmlns:a16="http://schemas.microsoft.com/office/drawing/2014/main" id="{1C2CFB4A-F986-B3B5-0AD0-B0AD5A4CCE85}"/>
              </a:ext>
            </a:extLst>
          </p:cNvPr>
          <p:cNvSpPr txBox="1"/>
          <p:nvPr/>
        </p:nvSpPr>
        <p:spPr bwMode="auto">
          <a:xfrm>
            <a:off x="478157" y="404688"/>
            <a:ext cx="8934450" cy="328613"/>
          </a:xfrm>
          <a:prstGeom prst="rect">
            <a:avLst/>
          </a:prstGeom>
          <a:noFill/>
          <a:ln>
            <a:noFill/>
          </a:ln>
        </p:spPr>
        <p:txBody>
          <a:bodyPr lIns="0" tIns="47896" rIns="95793" bIns="47896" anchor="ctr"/>
          <a:lstStyle>
            <a:lvl1pPr eaLnBrk="0" hangingPunct="0">
              <a:defRPr sz="900">
                <a:solidFill>
                  <a:schemeClr val="tx1"/>
                </a:solidFill>
                <a:latin typeface="Arial" pitchFamily="34" charset="0"/>
                <a:ea typeface="ＭＳ Ｐゴシック" pitchFamily="34" charset="-128"/>
              </a:defRPr>
            </a:lvl1pPr>
            <a:lvl2pPr marL="742950" indent="-285750" eaLnBrk="0" hangingPunct="0">
              <a:defRPr sz="900">
                <a:solidFill>
                  <a:schemeClr val="tx1"/>
                </a:solidFill>
                <a:latin typeface="Arial" pitchFamily="34" charset="0"/>
                <a:ea typeface="ＭＳ Ｐゴシック" pitchFamily="34" charset="-128"/>
              </a:defRPr>
            </a:lvl2pPr>
            <a:lvl3pPr marL="1143000" indent="-228600" eaLnBrk="0" hangingPunct="0">
              <a:defRPr sz="900">
                <a:solidFill>
                  <a:schemeClr val="tx1"/>
                </a:solidFill>
                <a:latin typeface="Arial" pitchFamily="34" charset="0"/>
                <a:ea typeface="ＭＳ Ｐゴシック" pitchFamily="34" charset="-128"/>
              </a:defRPr>
            </a:lvl3pPr>
            <a:lvl4pPr marL="1600200" indent="-228600" eaLnBrk="0" hangingPunct="0">
              <a:defRPr sz="900">
                <a:solidFill>
                  <a:schemeClr val="tx1"/>
                </a:solidFill>
                <a:latin typeface="Arial" pitchFamily="34" charset="0"/>
                <a:ea typeface="ＭＳ Ｐゴシック" pitchFamily="34" charset="-128"/>
              </a:defRPr>
            </a:lvl4pPr>
            <a:lvl5pPr marL="2057400" indent="-228600" eaLnBrk="0" hangingPunct="0">
              <a:defRPr sz="900">
                <a:solidFill>
                  <a:schemeClr val="tx1"/>
                </a:solidFill>
                <a:latin typeface="Arial" pitchFamily="34" charset="0"/>
                <a:ea typeface="ＭＳ Ｐゴシック" pitchFamily="34" charset="-128"/>
              </a:defRPr>
            </a:lvl5pPr>
            <a:lvl6pPr marL="2514600" indent="-228600" defTabSz="957263" eaLnBrk="0" fontAlgn="base" hangingPunct="0">
              <a:spcBef>
                <a:spcPct val="50000"/>
              </a:spcBef>
              <a:spcAft>
                <a:spcPct val="0"/>
              </a:spcAft>
              <a:defRPr sz="900">
                <a:solidFill>
                  <a:schemeClr val="tx1"/>
                </a:solidFill>
                <a:latin typeface="Arial" pitchFamily="34" charset="0"/>
                <a:ea typeface="ＭＳ Ｐゴシック" pitchFamily="34" charset="-128"/>
              </a:defRPr>
            </a:lvl6pPr>
            <a:lvl7pPr marL="2971800" indent="-228600" defTabSz="957263" eaLnBrk="0" fontAlgn="base" hangingPunct="0">
              <a:spcBef>
                <a:spcPct val="50000"/>
              </a:spcBef>
              <a:spcAft>
                <a:spcPct val="0"/>
              </a:spcAft>
              <a:defRPr sz="900">
                <a:solidFill>
                  <a:schemeClr val="tx1"/>
                </a:solidFill>
                <a:latin typeface="Arial" pitchFamily="34" charset="0"/>
                <a:ea typeface="ＭＳ Ｐゴシック" pitchFamily="34" charset="-128"/>
              </a:defRPr>
            </a:lvl7pPr>
            <a:lvl8pPr marL="3429000" indent="-228600" defTabSz="957263" eaLnBrk="0" fontAlgn="base" hangingPunct="0">
              <a:spcBef>
                <a:spcPct val="50000"/>
              </a:spcBef>
              <a:spcAft>
                <a:spcPct val="0"/>
              </a:spcAft>
              <a:defRPr sz="900">
                <a:solidFill>
                  <a:schemeClr val="tx1"/>
                </a:solidFill>
                <a:latin typeface="Arial" pitchFamily="34" charset="0"/>
                <a:ea typeface="ＭＳ Ｐゴシック" pitchFamily="34" charset="-128"/>
              </a:defRPr>
            </a:lvl8pPr>
            <a:lvl9pPr marL="3886200" indent="-228600" defTabSz="957263" eaLnBrk="0" fontAlgn="base" hangingPunct="0">
              <a:spcBef>
                <a:spcPct val="50000"/>
              </a:spcBef>
              <a:spcAft>
                <a:spcPct val="0"/>
              </a:spcAft>
              <a:defRPr sz="900">
                <a:solidFill>
                  <a:schemeClr val="tx1"/>
                </a:solidFill>
                <a:latin typeface="Arial" pitchFamily="34" charset="0"/>
                <a:ea typeface="ＭＳ Ｐゴシック" pitchFamily="34" charset="-128"/>
              </a:defRPr>
            </a:lvl9pPr>
          </a:lstStyle>
          <a:p>
            <a:pPr algn="ctr" defTabSz="514350" eaLnBrk="1" hangingPunct="1">
              <a:spcBef>
                <a:spcPts val="450"/>
              </a:spcBef>
              <a:buClr>
                <a:schemeClr val="tx1"/>
              </a:buClr>
              <a:buSzPct val="100000"/>
              <a:defRPr/>
            </a:pPr>
            <a:r>
              <a:rPr lang="nl-NL" altLang="nl-NL" sz="2000" b="1" dirty="0">
                <a:solidFill>
                  <a:srgbClr val="002D62"/>
                </a:solidFill>
                <a:latin typeface="Arial (Hoofdtekst)"/>
                <a:ea typeface="+mn-ea"/>
              </a:rPr>
              <a:t>Onderneming te koop: Project X</a:t>
            </a:r>
            <a:endParaRPr lang="en-GB" altLang="nl-NL" sz="2000" b="1" dirty="0">
              <a:solidFill>
                <a:srgbClr val="002D62"/>
              </a:solidFill>
              <a:latin typeface="Arial (Hoofdtekst)"/>
              <a:ea typeface="+mn-ea"/>
            </a:endParaRPr>
          </a:p>
        </p:txBody>
      </p:sp>
      <p:graphicFrame>
        <p:nvGraphicFramePr>
          <p:cNvPr id="12" name="Grafiek 11">
            <a:extLst>
              <a:ext uri="{FF2B5EF4-FFF2-40B4-BE49-F238E27FC236}">
                <a16:creationId xmlns:a16="http://schemas.microsoft.com/office/drawing/2014/main" id="{D222B28C-B4D3-E735-865A-C8426D6FD565}"/>
              </a:ext>
            </a:extLst>
          </p:cNvPr>
          <p:cNvGraphicFramePr>
            <a:graphicFrameLocks/>
          </p:cNvGraphicFramePr>
          <p:nvPr>
            <p:extLst>
              <p:ext uri="{D42A27DB-BD31-4B8C-83A1-F6EECF244321}">
                <p14:modId xmlns:p14="http://schemas.microsoft.com/office/powerpoint/2010/main" val="2745981947"/>
              </p:ext>
            </p:extLst>
          </p:nvPr>
        </p:nvGraphicFramePr>
        <p:xfrm>
          <a:off x="5424985" y="1762574"/>
          <a:ext cx="3570423" cy="169030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Tabel 4">
            <a:extLst>
              <a:ext uri="{FF2B5EF4-FFF2-40B4-BE49-F238E27FC236}">
                <a16:creationId xmlns:a16="http://schemas.microsoft.com/office/drawing/2014/main" id="{CD4C78A6-1F06-6A81-E58B-0DCC9FF04302}"/>
              </a:ext>
            </a:extLst>
          </p:cNvPr>
          <p:cNvGraphicFramePr>
            <a:graphicFrameLocks noGrp="1"/>
          </p:cNvGraphicFramePr>
          <p:nvPr>
            <p:extLst>
              <p:ext uri="{D42A27DB-BD31-4B8C-83A1-F6EECF244321}">
                <p14:modId xmlns:p14="http://schemas.microsoft.com/office/powerpoint/2010/main" val="1881339649"/>
              </p:ext>
            </p:extLst>
          </p:nvPr>
        </p:nvGraphicFramePr>
        <p:xfrm>
          <a:off x="5481353" y="1046943"/>
          <a:ext cx="3600000" cy="591312"/>
        </p:xfrm>
        <a:graphic>
          <a:graphicData uri="http://schemas.openxmlformats.org/drawingml/2006/table">
            <a:tbl>
              <a:tblPr firstRow="1" bandRow="1"/>
              <a:tblGrid>
                <a:gridCol w="576000">
                  <a:extLst>
                    <a:ext uri="{9D8B030D-6E8A-4147-A177-3AD203B41FA5}">
                      <a16:colId xmlns:a16="http://schemas.microsoft.com/office/drawing/2014/main" val="65412185"/>
                    </a:ext>
                  </a:extLst>
                </a:gridCol>
                <a:gridCol w="432000">
                  <a:extLst>
                    <a:ext uri="{9D8B030D-6E8A-4147-A177-3AD203B41FA5}">
                      <a16:colId xmlns:a16="http://schemas.microsoft.com/office/drawing/2014/main" val="709958281"/>
                    </a:ext>
                  </a:extLst>
                </a:gridCol>
                <a:gridCol w="432000">
                  <a:extLst>
                    <a:ext uri="{9D8B030D-6E8A-4147-A177-3AD203B41FA5}">
                      <a16:colId xmlns:a16="http://schemas.microsoft.com/office/drawing/2014/main" val="4006030939"/>
                    </a:ext>
                  </a:extLst>
                </a:gridCol>
                <a:gridCol w="432000">
                  <a:extLst>
                    <a:ext uri="{9D8B030D-6E8A-4147-A177-3AD203B41FA5}">
                      <a16:colId xmlns:a16="http://schemas.microsoft.com/office/drawing/2014/main" val="1998879971"/>
                    </a:ext>
                  </a:extLst>
                </a:gridCol>
                <a:gridCol w="432000">
                  <a:extLst>
                    <a:ext uri="{9D8B030D-6E8A-4147-A177-3AD203B41FA5}">
                      <a16:colId xmlns:a16="http://schemas.microsoft.com/office/drawing/2014/main" val="147682268"/>
                    </a:ext>
                  </a:extLst>
                </a:gridCol>
                <a:gridCol w="432000">
                  <a:extLst>
                    <a:ext uri="{9D8B030D-6E8A-4147-A177-3AD203B41FA5}">
                      <a16:colId xmlns:a16="http://schemas.microsoft.com/office/drawing/2014/main" val="1197568849"/>
                    </a:ext>
                  </a:extLst>
                </a:gridCol>
                <a:gridCol w="432000">
                  <a:extLst>
                    <a:ext uri="{9D8B030D-6E8A-4147-A177-3AD203B41FA5}">
                      <a16:colId xmlns:a16="http://schemas.microsoft.com/office/drawing/2014/main" val="1131146193"/>
                    </a:ext>
                  </a:extLst>
                </a:gridCol>
                <a:gridCol w="432000">
                  <a:extLst>
                    <a:ext uri="{9D8B030D-6E8A-4147-A177-3AD203B41FA5}">
                      <a16:colId xmlns:a16="http://schemas.microsoft.com/office/drawing/2014/main" val="1073064814"/>
                    </a:ext>
                  </a:extLst>
                </a:gridCol>
              </a:tblGrid>
              <a:tr h="0">
                <a:tc>
                  <a:txBody>
                    <a:bodyPr/>
                    <a:lstStyle>
                      <a:lvl1pPr marL="0" algn="l" defTabSz="957925" rtl="0" eaLnBrk="1" latinLnBrk="0" hangingPunct="1">
                        <a:defRPr sz="1900" b="1" kern="1200">
                          <a:solidFill>
                            <a:schemeClr val="lt1"/>
                          </a:solidFill>
                          <a:latin typeface="Calibri"/>
                        </a:defRPr>
                      </a:lvl1pPr>
                      <a:lvl2pPr marL="478963" algn="l" defTabSz="957925" rtl="0" eaLnBrk="1" latinLnBrk="0" hangingPunct="1">
                        <a:defRPr sz="1900" b="1" kern="1200">
                          <a:solidFill>
                            <a:schemeClr val="lt1"/>
                          </a:solidFill>
                          <a:latin typeface="Calibri"/>
                        </a:defRPr>
                      </a:lvl2pPr>
                      <a:lvl3pPr marL="957925" algn="l" defTabSz="957925" rtl="0" eaLnBrk="1" latinLnBrk="0" hangingPunct="1">
                        <a:defRPr sz="1900" b="1" kern="1200">
                          <a:solidFill>
                            <a:schemeClr val="lt1"/>
                          </a:solidFill>
                          <a:latin typeface="Calibri"/>
                        </a:defRPr>
                      </a:lvl3pPr>
                      <a:lvl4pPr marL="1436888" algn="l" defTabSz="957925" rtl="0" eaLnBrk="1" latinLnBrk="0" hangingPunct="1">
                        <a:defRPr sz="1900" b="1" kern="1200">
                          <a:solidFill>
                            <a:schemeClr val="lt1"/>
                          </a:solidFill>
                          <a:latin typeface="Calibri"/>
                        </a:defRPr>
                      </a:lvl4pPr>
                      <a:lvl5pPr marL="1915851" algn="l" defTabSz="957925" rtl="0" eaLnBrk="1" latinLnBrk="0" hangingPunct="1">
                        <a:defRPr sz="1900" b="1" kern="1200">
                          <a:solidFill>
                            <a:schemeClr val="lt1"/>
                          </a:solidFill>
                          <a:latin typeface="Calibri"/>
                        </a:defRPr>
                      </a:lvl5pPr>
                      <a:lvl6pPr marL="2394814" algn="l" defTabSz="957925" rtl="0" eaLnBrk="1" latinLnBrk="0" hangingPunct="1">
                        <a:defRPr sz="1900" b="1" kern="1200">
                          <a:solidFill>
                            <a:schemeClr val="lt1"/>
                          </a:solidFill>
                          <a:latin typeface="Calibri"/>
                        </a:defRPr>
                      </a:lvl6pPr>
                      <a:lvl7pPr marL="2873776" algn="l" defTabSz="957925" rtl="0" eaLnBrk="1" latinLnBrk="0" hangingPunct="1">
                        <a:defRPr sz="1900" b="1" kern="1200">
                          <a:solidFill>
                            <a:schemeClr val="lt1"/>
                          </a:solidFill>
                          <a:latin typeface="Calibri"/>
                        </a:defRPr>
                      </a:lvl7pPr>
                      <a:lvl8pPr marL="3352739" algn="l" defTabSz="957925" rtl="0" eaLnBrk="1" latinLnBrk="0" hangingPunct="1">
                        <a:defRPr sz="1900" b="1" kern="1200">
                          <a:solidFill>
                            <a:schemeClr val="lt1"/>
                          </a:solidFill>
                          <a:latin typeface="Calibri"/>
                        </a:defRPr>
                      </a:lvl8pPr>
                      <a:lvl9pPr marL="3831702" algn="l" defTabSz="957925" rtl="0" eaLnBrk="1" latinLnBrk="0" hangingPunct="1">
                        <a:defRPr sz="1900" b="1" kern="1200">
                          <a:solidFill>
                            <a:schemeClr val="lt1"/>
                          </a:solidFill>
                          <a:latin typeface="Calibri"/>
                        </a:defRPr>
                      </a:lvl9pPr>
                    </a:lstStyle>
                    <a:p>
                      <a:r>
                        <a:rPr lang="nl-NL" sz="520" b="1">
                          <a:latin typeface="Arial" panose="020B0604020202020204" pitchFamily="34" charset="0"/>
                          <a:cs typeface="Arial" panose="020B0604020202020204" pitchFamily="34" charset="0"/>
                        </a:rPr>
                        <a:t>Kengetallen </a:t>
                      </a:r>
                    </a:p>
                    <a:p>
                      <a:r>
                        <a:rPr lang="nl-NL" sz="520" b="1">
                          <a:latin typeface="Arial" panose="020B0604020202020204" pitchFamily="34" charset="0"/>
                          <a:cs typeface="Arial" panose="020B0604020202020204" pitchFamily="34" charset="0"/>
                        </a:rPr>
                        <a:t>(x€1.000)</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2D62"/>
                    </a:solidFill>
                  </a:tcPr>
                </a:tc>
                <a:tc>
                  <a:txBody>
                    <a:bodyPr/>
                    <a:lstStyle>
                      <a:lvl1pPr marL="0" algn="l" defTabSz="957925" rtl="0" eaLnBrk="1" latinLnBrk="0" hangingPunct="1">
                        <a:defRPr sz="1900" b="1" kern="1200">
                          <a:solidFill>
                            <a:schemeClr val="lt1"/>
                          </a:solidFill>
                          <a:latin typeface="Calibri"/>
                        </a:defRPr>
                      </a:lvl1pPr>
                      <a:lvl2pPr marL="478963" algn="l" defTabSz="957925" rtl="0" eaLnBrk="1" latinLnBrk="0" hangingPunct="1">
                        <a:defRPr sz="1900" b="1" kern="1200">
                          <a:solidFill>
                            <a:schemeClr val="lt1"/>
                          </a:solidFill>
                          <a:latin typeface="Calibri"/>
                        </a:defRPr>
                      </a:lvl2pPr>
                      <a:lvl3pPr marL="957925" algn="l" defTabSz="957925" rtl="0" eaLnBrk="1" latinLnBrk="0" hangingPunct="1">
                        <a:defRPr sz="1900" b="1" kern="1200">
                          <a:solidFill>
                            <a:schemeClr val="lt1"/>
                          </a:solidFill>
                          <a:latin typeface="Calibri"/>
                        </a:defRPr>
                      </a:lvl3pPr>
                      <a:lvl4pPr marL="1436888" algn="l" defTabSz="957925" rtl="0" eaLnBrk="1" latinLnBrk="0" hangingPunct="1">
                        <a:defRPr sz="1900" b="1" kern="1200">
                          <a:solidFill>
                            <a:schemeClr val="lt1"/>
                          </a:solidFill>
                          <a:latin typeface="Calibri"/>
                        </a:defRPr>
                      </a:lvl4pPr>
                      <a:lvl5pPr marL="1915851" algn="l" defTabSz="957925" rtl="0" eaLnBrk="1" latinLnBrk="0" hangingPunct="1">
                        <a:defRPr sz="1900" b="1" kern="1200">
                          <a:solidFill>
                            <a:schemeClr val="lt1"/>
                          </a:solidFill>
                          <a:latin typeface="Calibri"/>
                        </a:defRPr>
                      </a:lvl5pPr>
                      <a:lvl6pPr marL="2394814" algn="l" defTabSz="957925" rtl="0" eaLnBrk="1" latinLnBrk="0" hangingPunct="1">
                        <a:defRPr sz="1900" b="1" kern="1200">
                          <a:solidFill>
                            <a:schemeClr val="lt1"/>
                          </a:solidFill>
                          <a:latin typeface="Calibri"/>
                        </a:defRPr>
                      </a:lvl6pPr>
                      <a:lvl7pPr marL="2873776" algn="l" defTabSz="957925" rtl="0" eaLnBrk="1" latinLnBrk="0" hangingPunct="1">
                        <a:defRPr sz="1900" b="1" kern="1200">
                          <a:solidFill>
                            <a:schemeClr val="lt1"/>
                          </a:solidFill>
                          <a:latin typeface="Calibri"/>
                        </a:defRPr>
                      </a:lvl7pPr>
                      <a:lvl8pPr marL="3352739" algn="l" defTabSz="957925" rtl="0" eaLnBrk="1" latinLnBrk="0" hangingPunct="1">
                        <a:defRPr sz="1900" b="1" kern="1200">
                          <a:solidFill>
                            <a:schemeClr val="lt1"/>
                          </a:solidFill>
                          <a:latin typeface="Calibri"/>
                        </a:defRPr>
                      </a:lvl8pPr>
                      <a:lvl9pPr marL="3831702" algn="l" defTabSz="957925" rtl="0" eaLnBrk="1" latinLnBrk="0" hangingPunct="1">
                        <a:defRPr sz="1900" b="1" kern="1200">
                          <a:solidFill>
                            <a:schemeClr val="lt1"/>
                          </a:solidFill>
                          <a:latin typeface="Calibri"/>
                        </a:defRPr>
                      </a:lvl9pPr>
                    </a:lstStyle>
                    <a:p>
                      <a:pPr algn="r"/>
                      <a:r>
                        <a:rPr lang="nl-NL" sz="520">
                          <a:latin typeface="Arial" panose="020B0604020202020204" pitchFamily="34" charset="0"/>
                          <a:cs typeface="Arial" panose="020B0604020202020204" pitchFamily="34" charset="0"/>
                        </a:rPr>
                        <a:t>2020</a:t>
                      </a: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D62"/>
                    </a:solidFill>
                  </a:tcPr>
                </a:tc>
                <a:tc>
                  <a:txBody>
                    <a:bodyPr/>
                    <a:lstStyle/>
                    <a:p>
                      <a:pPr marL="0" algn="r" defTabSz="957925" rtl="0" eaLnBrk="1" latinLnBrk="0" hangingPunct="1"/>
                      <a:r>
                        <a:rPr lang="nl-NL" sz="520" b="1" kern="1200">
                          <a:solidFill>
                            <a:schemeClr val="lt1"/>
                          </a:solidFill>
                          <a:latin typeface="Arial" panose="020B0604020202020204" pitchFamily="34" charset="0"/>
                          <a:ea typeface="+mn-ea"/>
                          <a:cs typeface="Arial" panose="020B0604020202020204" pitchFamily="34" charset="0"/>
                        </a:rPr>
                        <a:t>2021</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D62"/>
                    </a:solidFill>
                  </a:tcPr>
                </a:tc>
                <a:tc>
                  <a:txBody>
                    <a:bodyPr/>
                    <a:lstStyle>
                      <a:lvl1pPr marL="0" algn="l" defTabSz="957925" rtl="0" eaLnBrk="1" latinLnBrk="0" hangingPunct="1">
                        <a:defRPr sz="1900" b="1" kern="1200">
                          <a:solidFill>
                            <a:schemeClr val="lt1"/>
                          </a:solidFill>
                          <a:latin typeface="Calibri"/>
                        </a:defRPr>
                      </a:lvl1pPr>
                      <a:lvl2pPr marL="478963" algn="l" defTabSz="957925" rtl="0" eaLnBrk="1" latinLnBrk="0" hangingPunct="1">
                        <a:defRPr sz="1900" b="1" kern="1200">
                          <a:solidFill>
                            <a:schemeClr val="lt1"/>
                          </a:solidFill>
                          <a:latin typeface="Calibri"/>
                        </a:defRPr>
                      </a:lvl2pPr>
                      <a:lvl3pPr marL="957925" algn="l" defTabSz="957925" rtl="0" eaLnBrk="1" latinLnBrk="0" hangingPunct="1">
                        <a:defRPr sz="1900" b="1" kern="1200">
                          <a:solidFill>
                            <a:schemeClr val="lt1"/>
                          </a:solidFill>
                          <a:latin typeface="Calibri"/>
                        </a:defRPr>
                      </a:lvl3pPr>
                      <a:lvl4pPr marL="1436888" algn="l" defTabSz="957925" rtl="0" eaLnBrk="1" latinLnBrk="0" hangingPunct="1">
                        <a:defRPr sz="1900" b="1" kern="1200">
                          <a:solidFill>
                            <a:schemeClr val="lt1"/>
                          </a:solidFill>
                          <a:latin typeface="Calibri"/>
                        </a:defRPr>
                      </a:lvl4pPr>
                      <a:lvl5pPr marL="1915851" algn="l" defTabSz="957925" rtl="0" eaLnBrk="1" latinLnBrk="0" hangingPunct="1">
                        <a:defRPr sz="1900" b="1" kern="1200">
                          <a:solidFill>
                            <a:schemeClr val="lt1"/>
                          </a:solidFill>
                          <a:latin typeface="Calibri"/>
                        </a:defRPr>
                      </a:lvl5pPr>
                      <a:lvl6pPr marL="2394814" algn="l" defTabSz="957925" rtl="0" eaLnBrk="1" latinLnBrk="0" hangingPunct="1">
                        <a:defRPr sz="1900" b="1" kern="1200">
                          <a:solidFill>
                            <a:schemeClr val="lt1"/>
                          </a:solidFill>
                          <a:latin typeface="Calibri"/>
                        </a:defRPr>
                      </a:lvl6pPr>
                      <a:lvl7pPr marL="2873776" algn="l" defTabSz="957925" rtl="0" eaLnBrk="1" latinLnBrk="0" hangingPunct="1">
                        <a:defRPr sz="1900" b="1" kern="1200">
                          <a:solidFill>
                            <a:schemeClr val="lt1"/>
                          </a:solidFill>
                          <a:latin typeface="Calibri"/>
                        </a:defRPr>
                      </a:lvl7pPr>
                      <a:lvl8pPr marL="3352739" algn="l" defTabSz="957925" rtl="0" eaLnBrk="1" latinLnBrk="0" hangingPunct="1">
                        <a:defRPr sz="1900" b="1" kern="1200">
                          <a:solidFill>
                            <a:schemeClr val="lt1"/>
                          </a:solidFill>
                          <a:latin typeface="Calibri"/>
                        </a:defRPr>
                      </a:lvl8pPr>
                      <a:lvl9pPr marL="3831702" algn="l" defTabSz="957925" rtl="0" eaLnBrk="1" latinLnBrk="0" hangingPunct="1">
                        <a:defRPr sz="1900" b="1" kern="1200">
                          <a:solidFill>
                            <a:schemeClr val="lt1"/>
                          </a:solidFill>
                          <a:latin typeface="Calibri"/>
                        </a:defRPr>
                      </a:lvl9pPr>
                    </a:lstStyle>
                    <a:p>
                      <a:pPr algn="r"/>
                      <a:r>
                        <a:rPr lang="nl-NL" sz="520">
                          <a:latin typeface="Arial" panose="020B0604020202020204" pitchFamily="34" charset="0"/>
                          <a:cs typeface="Arial" panose="020B0604020202020204" pitchFamily="34" charset="0"/>
                        </a:rPr>
                        <a:t>2022</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2D62"/>
                    </a:solidFill>
                  </a:tcPr>
                </a:tc>
                <a:tc>
                  <a:txBody>
                    <a:bodyPr/>
                    <a:lstStyle/>
                    <a:p>
                      <a:pPr algn="r"/>
                      <a:r>
                        <a:rPr lang="nl-NL" sz="520" b="1">
                          <a:solidFill>
                            <a:schemeClr val="bg1"/>
                          </a:solidFill>
                          <a:latin typeface="Arial" panose="020B0604020202020204" pitchFamily="34" charset="0"/>
                          <a:cs typeface="Arial" panose="020B0604020202020204" pitchFamily="34" charset="0"/>
                        </a:rPr>
                        <a:t>2023</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D62"/>
                    </a:solidFill>
                  </a:tcPr>
                </a:tc>
                <a:tc>
                  <a:txBody>
                    <a:bodyPr/>
                    <a:lstStyle/>
                    <a:p>
                      <a:pPr algn="r"/>
                      <a:r>
                        <a:rPr lang="nl-NL" sz="520" b="1">
                          <a:solidFill>
                            <a:schemeClr val="bg1"/>
                          </a:solidFill>
                          <a:latin typeface="Arial" panose="020B0604020202020204" pitchFamily="34" charset="0"/>
                          <a:cs typeface="Arial" panose="020B0604020202020204" pitchFamily="34" charset="0"/>
                        </a:rPr>
                        <a:t>2024LE</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D62"/>
                    </a:solidFill>
                  </a:tcPr>
                </a:tc>
                <a:tc>
                  <a:txBody>
                    <a:bodyPr/>
                    <a:lstStyle/>
                    <a:p>
                      <a:pPr algn="r"/>
                      <a:r>
                        <a:rPr lang="nl-NL" sz="520" b="1">
                          <a:solidFill>
                            <a:schemeClr val="bg1"/>
                          </a:solidFill>
                          <a:latin typeface="Arial" panose="020B0604020202020204" pitchFamily="34" charset="0"/>
                          <a:cs typeface="Arial" panose="020B0604020202020204" pitchFamily="34" charset="0"/>
                        </a:rPr>
                        <a:t>2025E</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D62"/>
                    </a:solidFill>
                  </a:tcPr>
                </a:tc>
                <a:tc>
                  <a:txBody>
                    <a:bodyPr/>
                    <a:lstStyle/>
                    <a:p>
                      <a:pPr algn="r"/>
                      <a:r>
                        <a:rPr lang="nl-NL" sz="520" b="1">
                          <a:solidFill>
                            <a:schemeClr val="bg1"/>
                          </a:solidFill>
                          <a:latin typeface="Arial" panose="020B0604020202020204" pitchFamily="34" charset="0"/>
                          <a:cs typeface="Arial" panose="020B0604020202020204" pitchFamily="34" charset="0"/>
                        </a:rPr>
                        <a:t>2026E</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2D62"/>
                    </a:solidFill>
                  </a:tcPr>
                </a:tc>
                <a:extLst>
                  <a:ext uri="{0D108BD9-81ED-4DB2-BD59-A6C34878D82A}">
                    <a16:rowId xmlns:a16="http://schemas.microsoft.com/office/drawing/2014/main" val="1806694942"/>
                  </a:ext>
                </a:extLst>
              </a:tr>
              <a:tr h="0">
                <a:tc>
                  <a:txBody>
                    <a:bodyPr/>
                    <a:lstStyle>
                      <a:lvl1pPr marL="0" algn="l" defTabSz="957925" rtl="0" eaLnBrk="1" latinLnBrk="0" hangingPunct="1">
                        <a:defRPr sz="1900" kern="1200">
                          <a:solidFill>
                            <a:schemeClr val="dk1"/>
                          </a:solidFill>
                          <a:latin typeface="Calibri"/>
                        </a:defRPr>
                      </a:lvl1pPr>
                      <a:lvl2pPr marL="478963" algn="l" defTabSz="957925" rtl="0" eaLnBrk="1" latinLnBrk="0" hangingPunct="1">
                        <a:defRPr sz="1900" kern="1200">
                          <a:solidFill>
                            <a:schemeClr val="dk1"/>
                          </a:solidFill>
                          <a:latin typeface="Calibri"/>
                        </a:defRPr>
                      </a:lvl2pPr>
                      <a:lvl3pPr marL="957925" algn="l" defTabSz="957925" rtl="0" eaLnBrk="1" latinLnBrk="0" hangingPunct="1">
                        <a:defRPr sz="1900" kern="1200">
                          <a:solidFill>
                            <a:schemeClr val="dk1"/>
                          </a:solidFill>
                          <a:latin typeface="Calibri"/>
                        </a:defRPr>
                      </a:lvl3pPr>
                      <a:lvl4pPr marL="1436888" algn="l" defTabSz="957925" rtl="0" eaLnBrk="1" latinLnBrk="0" hangingPunct="1">
                        <a:defRPr sz="1900" kern="1200">
                          <a:solidFill>
                            <a:schemeClr val="dk1"/>
                          </a:solidFill>
                          <a:latin typeface="Calibri"/>
                        </a:defRPr>
                      </a:lvl4pPr>
                      <a:lvl5pPr marL="1915851" algn="l" defTabSz="957925" rtl="0" eaLnBrk="1" latinLnBrk="0" hangingPunct="1">
                        <a:defRPr sz="1900" kern="1200">
                          <a:solidFill>
                            <a:schemeClr val="dk1"/>
                          </a:solidFill>
                          <a:latin typeface="Calibri"/>
                        </a:defRPr>
                      </a:lvl5pPr>
                      <a:lvl6pPr marL="2394814" algn="l" defTabSz="957925" rtl="0" eaLnBrk="1" latinLnBrk="0" hangingPunct="1">
                        <a:defRPr sz="1900" kern="1200">
                          <a:solidFill>
                            <a:schemeClr val="dk1"/>
                          </a:solidFill>
                          <a:latin typeface="Calibri"/>
                        </a:defRPr>
                      </a:lvl6pPr>
                      <a:lvl7pPr marL="2873776" algn="l" defTabSz="957925" rtl="0" eaLnBrk="1" latinLnBrk="0" hangingPunct="1">
                        <a:defRPr sz="1900" kern="1200">
                          <a:solidFill>
                            <a:schemeClr val="dk1"/>
                          </a:solidFill>
                          <a:latin typeface="Calibri"/>
                        </a:defRPr>
                      </a:lvl7pPr>
                      <a:lvl8pPr marL="3352739" algn="l" defTabSz="957925" rtl="0" eaLnBrk="1" latinLnBrk="0" hangingPunct="1">
                        <a:defRPr sz="1900" kern="1200">
                          <a:solidFill>
                            <a:schemeClr val="dk1"/>
                          </a:solidFill>
                          <a:latin typeface="Calibri"/>
                        </a:defRPr>
                      </a:lvl8pPr>
                      <a:lvl9pPr marL="3831702" algn="l" defTabSz="957925" rtl="0" eaLnBrk="1" latinLnBrk="0" hangingPunct="1">
                        <a:defRPr sz="1900" kern="1200">
                          <a:solidFill>
                            <a:schemeClr val="dk1"/>
                          </a:solidFill>
                          <a:latin typeface="Calibri"/>
                        </a:defRPr>
                      </a:lvl9pPr>
                    </a:lstStyle>
                    <a:p>
                      <a:r>
                        <a:rPr lang="nl-NL" sz="520" b="1">
                          <a:latin typeface="Arial" panose="020B0604020202020204" pitchFamily="34" charset="0"/>
                          <a:cs typeface="Arial" panose="020B0604020202020204" pitchFamily="34" charset="0"/>
                        </a:rPr>
                        <a:t>Omzet </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57925" rtl="0" eaLnBrk="1" latinLnBrk="0" hangingPunct="1">
                        <a:defRPr sz="1900" kern="1200">
                          <a:solidFill>
                            <a:schemeClr val="dk1"/>
                          </a:solidFill>
                          <a:latin typeface="Calibri"/>
                        </a:defRPr>
                      </a:lvl1pPr>
                      <a:lvl2pPr marL="478963" algn="l" defTabSz="957925" rtl="0" eaLnBrk="1" latinLnBrk="0" hangingPunct="1">
                        <a:defRPr sz="1900" kern="1200">
                          <a:solidFill>
                            <a:schemeClr val="dk1"/>
                          </a:solidFill>
                          <a:latin typeface="Calibri"/>
                        </a:defRPr>
                      </a:lvl2pPr>
                      <a:lvl3pPr marL="957925" algn="l" defTabSz="957925" rtl="0" eaLnBrk="1" latinLnBrk="0" hangingPunct="1">
                        <a:defRPr sz="1900" kern="1200">
                          <a:solidFill>
                            <a:schemeClr val="dk1"/>
                          </a:solidFill>
                          <a:latin typeface="Calibri"/>
                        </a:defRPr>
                      </a:lvl3pPr>
                      <a:lvl4pPr marL="1436888" algn="l" defTabSz="957925" rtl="0" eaLnBrk="1" latinLnBrk="0" hangingPunct="1">
                        <a:defRPr sz="1900" kern="1200">
                          <a:solidFill>
                            <a:schemeClr val="dk1"/>
                          </a:solidFill>
                          <a:latin typeface="Calibri"/>
                        </a:defRPr>
                      </a:lvl4pPr>
                      <a:lvl5pPr marL="1915851" algn="l" defTabSz="957925" rtl="0" eaLnBrk="1" latinLnBrk="0" hangingPunct="1">
                        <a:defRPr sz="1900" kern="1200">
                          <a:solidFill>
                            <a:schemeClr val="dk1"/>
                          </a:solidFill>
                          <a:latin typeface="Calibri"/>
                        </a:defRPr>
                      </a:lvl5pPr>
                      <a:lvl6pPr marL="2394814" algn="l" defTabSz="957925" rtl="0" eaLnBrk="1" latinLnBrk="0" hangingPunct="1">
                        <a:defRPr sz="1900" kern="1200">
                          <a:solidFill>
                            <a:schemeClr val="dk1"/>
                          </a:solidFill>
                          <a:latin typeface="Calibri"/>
                        </a:defRPr>
                      </a:lvl6pPr>
                      <a:lvl7pPr marL="2873776" algn="l" defTabSz="957925" rtl="0" eaLnBrk="1" latinLnBrk="0" hangingPunct="1">
                        <a:defRPr sz="1900" kern="1200">
                          <a:solidFill>
                            <a:schemeClr val="dk1"/>
                          </a:solidFill>
                          <a:latin typeface="Calibri"/>
                        </a:defRPr>
                      </a:lvl7pPr>
                      <a:lvl8pPr marL="3352739" algn="l" defTabSz="957925" rtl="0" eaLnBrk="1" latinLnBrk="0" hangingPunct="1">
                        <a:defRPr sz="1900" kern="1200">
                          <a:solidFill>
                            <a:schemeClr val="dk1"/>
                          </a:solidFill>
                          <a:latin typeface="Calibri"/>
                        </a:defRPr>
                      </a:lvl8pPr>
                      <a:lvl9pPr marL="3831702" algn="l" defTabSz="957925" rtl="0" eaLnBrk="1" latinLnBrk="0" hangingPunct="1">
                        <a:defRPr sz="1900" kern="1200">
                          <a:solidFill>
                            <a:schemeClr val="dk1"/>
                          </a:solidFill>
                          <a:latin typeface="Calibri"/>
                        </a:defRPr>
                      </a:lvl9pPr>
                    </a:lstStyle>
                    <a:p>
                      <a:pPr algn="r"/>
                      <a:r>
                        <a:rPr lang="nl-NL" sz="520">
                          <a:latin typeface="Arial" panose="020B0604020202020204" pitchFamily="34" charset="0"/>
                          <a:cs typeface="Arial" panose="020B0604020202020204" pitchFamily="34" charset="0"/>
                        </a:rPr>
                        <a:t>16.842</a:t>
                      </a: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nl-NL" sz="520">
                          <a:latin typeface="Arial" panose="020B0604020202020204" pitchFamily="34" charset="0"/>
                          <a:cs typeface="Arial" panose="020B0604020202020204" pitchFamily="34" charset="0"/>
                        </a:rPr>
                        <a:t>11.741</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57925" rtl="0" eaLnBrk="1" latinLnBrk="0" hangingPunct="1">
                        <a:defRPr sz="1900" kern="1200">
                          <a:solidFill>
                            <a:schemeClr val="dk1"/>
                          </a:solidFill>
                          <a:latin typeface="Calibri"/>
                        </a:defRPr>
                      </a:lvl1pPr>
                      <a:lvl2pPr marL="478963" algn="l" defTabSz="957925" rtl="0" eaLnBrk="1" latinLnBrk="0" hangingPunct="1">
                        <a:defRPr sz="1900" kern="1200">
                          <a:solidFill>
                            <a:schemeClr val="dk1"/>
                          </a:solidFill>
                          <a:latin typeface="Calibri"/>
                        </a:defRPr>
                      </a:lvl2pPr>
                      <a:lvl3pPr marL="957925" algn="l" defTabSz="957925" rtl="0" eaLnBrk="1" latinLnBrk="0" hangingPunct="1">
                        <a:defRPr sz="1900" kern="1200">
                          <a:solidFill>
                            <a:schemeClr val="dk1"/>
                          </a:solidFill>
                          <a:latin typeface="Calibri"/>
                        </a:defRPr>
                      </a:lvl3pPr>
                      <a:lvl4pPr marL="1436888" algn="l" defTabSz="957925" rtl="0" eaLnBrk="1" latinLnBrk="0" hangingPunct="1">
                        <a:defRPr sz="1900" kern="1200">
                          <a:solidFill>
                            <a:schemeClr val="dk1"/>
                          </a:solidFill>
                          <a:latin typeface="Calibri"/>
                        </a:defRPr>
                      </a:lvl4pPr>
                      <a:lvl5pPr marL="1915851" algn="l" defTabSz="957925" rtl="0" eaLnBrk="1" latinLnBrk="0" hangingPunct="1">
                        <a:defRPr sz="1900" kern="1200">
                          <a:solidFill>
                            <a:schemeClr val="dk1"/>
                          </a:solidFill>
                          <a:latin typeface="Calibri"/>
                        </a:defRPr>
                      </a:lvl5pPr>
                      <a:lvl6pPr marL="2394814" algn="l" defTabSz="957925" rtl="0" eaLnBrk="1" latinLnBrk="0" hangingPunct="1">
                        <a:defRPr sz="1900" kern="1200">
                          <a:solidFill>
                            <a:schemeClr val="dk1"/>
                          </a:solidFill>
                          <a:latin typeface="Calibri"/>
                        </a:defRPr>
                      </a:lvl6pPr>
                      <a:lvl7pPr marL="2873776" algn="l" defTabSz="957925" rtl="0" eaLnBrk="1" latinLnBrk="0" hangingPunct="1">
                        <a:defRPr sz="1900" kern="1200">
                          <a:solidFill>
                            <a:schemeClr val="dk1"/>
                          </a:solidFill>
                          <a:latin typeface="Calibri"/>
                        </a:defRPr>
                      </a:lvl7pPr>
                      <a:lvl8pPr marL="3352739" algn="l" defTabSz="957925" rtl="0" eaLnBrk="1" latinLnBrk="0" hangingPunct="1">
                        <a:defRPr sz="1900" kern="1200">
                          <a:solidFill>
                            <a:schemeClr val="dk1"/>
                          </a:solidFill>
                          <a:latin typeface="Calibri"/>
                        </a:defRPr>
                      </a:lvl8pPr>
                      <a:lvl9pPr marL="3831702" algn="l" defTabSz="957925" rtl="0" eaLnBrk="1" latinLnBrk="0" hangingPunct="1">
                        <a:defRPr sz="1900" kern="1200">
                          <a:solidFill>
                            <a:schemeClr val="dk1"/>
                          </a:solidFill>
                          <a:latin typeface="Calibri"/>
                        </a:defRPr>
                      </a:lvl9pPr>
                    </a:lstStyle>
                    <a:p>
                      <a:pPr algn="r"/>
                      <a:r>
                        <a:rPr lang="nl-NL" sz="520">
                          <a:latin typeface="Arial" panose="020B0604020202020204" pitchFamily="34" charset="0"/>
                          <a:cs typeface="Arial" panose="020B0604020202020204" pitchFamily="34" charset="0"/>
                        </a:rPr>
                        <a:t>14.212</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noFill/>
                  </a:tcPr>
                </a:tc>
                <a:tc>
                  <a:txBody>
                    <a:bodyPr/>
                    <a:lstStyle/>
                    <a:p>
                      <a:pPr algn="r"/>
                      <a:r>
                        <a:rPr lang="nl-NL" sz="520">
                          <a:latin typeface="Arial" panose="020B0604020202020204" pitchFamily="34" charset="0"/>
                          <a:cs typeface="Arial" panose="020B0604020202020204" pitchFamily="34" charset="0"/>
                        </a:rPr>
                        <a:t>14.419</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nl-NL" sz="520">
                          <a:latin typeface="Arial" panose="020B0604020202020204" pitchFamily="34" charset="0"/>
                          <a:cs typeface="Arial" panose="020B0604020202020204" pitchFamily="34" charset="0"/>
                        </a:rPr>
                        <a:t> 13.085</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nl-NL" sz="520">
                          <a:latin typeface="Arial" panose="020B0604020202020204" pitchFamily="34" charset="0"/>
                          <a:cs typeface="Arial" panose="020B0604020202020204" pitchFamily="34" charset="0"/>
                        </a:rPr>
                        <a:t>13.371</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nl-NL" sz="520">
                          <a:latin typeface="Arial" panose="020B0604020202020204" pitchFamily="34" charset="0"/>
                          <a:cs typeface="Arial" panose="020B0604020202020204" pitchFamily="34" charset="0"/>
                        </a:rPr>
                        <a:t>14.157</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1484202"/>
                  </a:ext>
                </a:extLst>
              </a:tr>
              <a:tr h="0">
                <a:tc>
                  <a:txBody>
                    <a:bodyPr/>
                    <a:lstStyle/>
                    <a:p>
                      <a:r>
                        <a:rPr lang="nl-NL" sz="520" b="1" kern="1200">
                          <a:solidFill>
                            <a:schemeClr val="tx1"/>
                          </a:solidFill>
                          <a:latin typeface="Arial" panose="020B0604020202020204" pitchFamily="34" charset="0"/>
                          <a:ea typeface="+mn-ea"/>
                          <a:cs typeface="Arial" panose="020B0604020202020204" pitchFamily="34" charset="0"/>
                        </a:rPr>
                        <a:t>EBITDA* </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1">
                        <a:lumMod val="85000"/>
                      </a:schemeClr>
                    </a:solidFill>
                  </a:tcPr>
                </a:tc>
                <a:tc>
                  <a:txBody>
                    <a:bodyPr/>
                    <a:lstStyle/>
                    <a:p>
                      <a:pPr algn="r"/>
                      <a:r>
                        <a:rPr lang="nl-NL" sz="520" kern="1200">
                          <a:solidFill>
                            <a:schemeClr val="tx1"/>
                          </a:solidFill>
                          <a:latin typeface="Arial" panose="020B0604020202020204" pitchFamily="34" charset="0"/>
                          <a:ea typeface="+mn-ea"/>
                          <a:cs typeface="Arial" panose="020B0604020202020204" pitchFamily="34" charset="0"/>
                        </a:rPr>
                        <a:t>1.298</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r>
                        <a:rPr lang="nl-NL" sz="520" kern="1200">
                          <a:solidFill>
                            <a:schemeClr val="tx1"/>
                          </a:solidFill>
                          <a:latin typeface="Arial" panose="020B0604020202020204" pitchFamily="34" charset="0"/>
                          <a:ea typeface="+mn-ea"/>
                          <a:cs typeface="Arial" panose="020B0604020202020204" pitchFamily="34" charset="0"/>
                        </a:rPr>
                        <a:t>366</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1">
                        <a:lumMod val="85000"/>
                      </a:schemeClr>
                    </a:solidFill>
                  </a:tcPr>
                </a:tc>
                <a:tc>
                  <a:txBody>
                    <a:bodyPr/>
                    <a:lstStyle/>
                    <a:p>
                      <a:pPr algn="r"/>
                      <a:r>
                        <a:rPr lang="nl-NL" sz="520" kern="1200">
                          <a:solidFill>
                            <a:schemeClr val="tx1"/>
                          </a:solidFill>
                          <a:latin typeface="Arial" panose="020B0604020202020204" pitchFamily="34" charset="0"/>
                          <a:ea typeface="+mn-ea"/>
                          <a:cs typeface="Arial" panose="020B0604020202020204" pitchFamily="34" charset="0"/>
                        </a:rPr>
                        <a:t>844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1">
                        <a:lumMod val="85000"/>
                      </a:schemeClr>
                    </a:solidFill>
                  </a:tcPr>
                </a:tc>
                <a:tc>
                  <a:txBody>
                    <a:bodyPr/>
                    <a:lstStyle/>
                    <a:p>
                      <a:pPr algn="r"/>
                      <a:r>
                        <a:rPr lang="nl-NL" sz="520" kern="1200">
                          <a:solidFill>
                            <a:schemeClr val="tx1"/>
                          </a:solidFill>
                          <a:latin typeface="Arial" panose="020B0604020202020204" pitchFamily="34" charset="0"/>
                          <a:ea typeface="+mn-ea"/>
                          <a:cs typeface="Arial" panose="020B0604020202020204" pitchFamily="34" charset="0"/>
                        </a:rPr>
                        <a:t>881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r>
                        <a:rPr lang="nl-NL" sz="520" kern="1200">
                          <a:solidFill>
                            <a:schemeClr val="tx1"/>
                          </a:solidFill>
                          <a:latin typeface="Arial" panose="020B0604020202020204" pitchFamily="34" charset="0"/>
                          <a:ea typeface="+mn-ea"/>
                          <a:cs typeface="Arial" panose="020B0604020202020204" pitchFamily="34" charset="0"/>
                        </a:rPr>
                        <a:t>1.052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r>
                        <a:rPr lang="nl-NL" sz="520" kern="1200">
                          <a:solidFill>
                            <a:schemeClr val="tx1"/>
                          </a:solidFill>
                          <a:latin typeface="Arial" panose="020B0604020202020204" pitchFamily="34" charset="0"/>
                          <a:ea typeface="+mn-ea"/>
                          <a:cs typeface="Arial" panose="020B0604020202020204" pitchFamily="34" charset="0"/>
                        </a:rPr>
                        <a:t>908</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r>
                        <a:rPr lang="nl-NL" sz="520" kern="1200">
                          <a:solidFill>
                            <a:schemeClr val="tx1"/>
                          </a:solidFill>
                          <a:latin typeface="Arial" panose="020B0604020202020204" pitchFamily="34" charset="0"/>
                          <a:ea typeface="+mn-ea"/>
                          <a:cs typeface="Arial" panose="020B0604020202020204" pitchFamily="34" charset="0"/>
                        </a:rPr>
                        <a:t>967</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96257449"/>
                  </a:ext>
                </a:extLst>
              </a:tr>
            </a:tbl>
          </a:graphicData>
        </a:graphic>
      </p:graphicFrame>
      <p:pic>
        <p:nvPicPr>
          <p:cNvPr id="3" name="Afbeelding 2" descr="Afbeelding met Lettertype, Graphics, logo, grafische vormgeving&#10;&#10;Automatisch gegenereerde beschrijving">
            <a:hlinkClick r:id="rId5"/>
            <a:extLst>
              <a:ext uri="{FF2B5EF4-FFF2-40B4-BE49-F238E27FC236}">
                <a16:creationId xmlns:a16="http://schemas.microsoft.com/office/drawing/2014/main" id="{6D18BDBB-5E81-9E77-CF61-86F3199C073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8678" y="257376"/>
            <a:ext cx="1059081" cy="294624"/>
          </a:xfrm>
          <a:prstGeom prst="rect">
            <a:avLst/>
          </a:prstGeom>
        </p:spPr>
      </p:pic>
    </p:spTree>
    <p:extLst>
      <p:ext uri="{BB962C8B-B14F-4D97-AF65-F5344CB8AC3E}">
        <p14:creationId xmlns:p14="http://schemas.microsoft.com/office/powerpoint/2010/main" val="298005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623A5B92-11DC-7993-FFFD-F790FC04DF1A}"/>
              </a:ext>
            </a:extLst>
          </p:cNvPr>
          <p:cNvSpPr/>
          <p:nvPr/>
        </p:nvSpPr>
        <p:spPr>
          <a:xfrm>
            <a:off x="6872" y="2743200"/>
            <a:ext cx="9137127" cy="1959429"/>
          </a:xfrm>
          <a:prstGeom prst="rect">
            <a:avLst/>
          </a:prstGeom>
          <a:solidFill>
            <a:srgbClr val="002D62"/>
          </a:solidFill>
          <a:ln>
            <a:solidFill>
              <a:srgbClr val="002D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5" name="Afbeelding 14">
            <a:extLst>
              <a:ext uri="{FF2B5EF4-FFF2-40B4-BE49-F238E27FC236}">
                <a16:creationId xmlns:a16="http://schemas.microsoft.com/office/drawing/2014/main" id="{F5A9F84F-956B-F06E-AB5F-B84489EE269A}"/>
              </a:ext>
            </a:extLst>
          </p:cNvPr>
          <p:cNvPicPr>
            <a:picLocks noChangeAspect="1"/>
          </p:cNvPicPr>
          <p:nvPr/>
        </p:nvPicPr>
        <p:blipFill>
          <a:blip r:embed="rId2"/>
          <a:stretch>
            <a:fillRect/>
          </a:stretch>
        </p:blipFill>
        <p:spPr>
          <a:xfrm>
            <a:off x="2373461" y="3054204"/>
            <a:ext cx="854661" cy="854661"/>
          </a:xfrm>
          <a:prstGeom prst="rect">
            <a:avLst/>
          </a:prstGeom>
          <a:effectLst>
            <a:outerShdw blurRad="63500" sx="102000" sy="102000" algn="ctr" rotWithShape="0">
              <a:prstClr val="black">
                <a:alpha val="40000"/>
              </a:prstClr>
            </a:outerShdw>
          </a:effectLst>
        </p:spPr>
      </p:pic>
      <p:sp>
        <p:nvSpPr>
          <p:cNvPr id="16" name="Tekstvak 15">
            <a:extLst>
              <a:ext uri="{FF2B5EF4-FFF2-40B4-BE49-F238E27FC236}">
                <a16:creationId xmlns:a16="http://schemas.microsoft.com/office/drawing/2014/main" id="{68DFB2F6-E288-9CAD-A847-AD62670542FA}"/>
              </a:ext>
            </a:extLst>
          </p:cNvPr>
          <p:cNvSpPr txBox="1"/>
          <p:nvPr/>
        </p:nvSpPr>
        <p:spPr>
          <a:xfrm>
            <a:off x="2046752" y="3974195"/>
            <a:ext cx="1508078" cy="584775"/>
          </a:xfrm>
          <a:prstGeom prst="rect">
            <a:avLst/>
          </a:prstGeom>
          <a:noFill/>
        </p:spPr>
        <p:txBody>
          <a:bodyPr wrap="square" rtlCol="0">
            <a:spAutoFit/>
          </a:bodyPr>
          <a:lstStyle/>
          <a:p>
            <a:pPr marL="0" indent="0" algn="ctr" defTabSz="912813">
              <a:spcBef>
                <a:spcPct val="0"/>
              </a:spcBef>
              <a:buClr>
                <a:srgbClr val="7B3136"/>
              </a:buClr>
              <a:buNone/>
            </a:pPr>
            <a:r>
              <a:rPr lang="en-US" altLang="nl-NL" sz="800" b="1">
                <a:solidFill>
                  <a:schemeClr val="bg1"/>
                </a:solidFill>
              </a:rPr>
              <a:t>Jaap Schrover MSc RA RV</a:t>
            </a:r>
          </a:p>
          <a:p>
            <a:pPr marL="0" indent="0" algn="ctr" defTabSz="912813">
              <a:spcBef>
                <a:spcPct val="0"/>
              </a:spcBef>
              <a:buClr>
                <a:srgbClr val="7B3136"/>
              </a:buClr>
              <a:buNone/>
            </a:pPr>
            <a:r>
              <a:rPr lang="nl-NL" altLang="nl-NL" sz="800" i="1">
                <a:solidFill>
                  <a:schemeClr val="bg1"/>
                </a:solidFill>
                <a:latin typeface="Arial (Hoofdtekst)"/>
              </a:rPr>
              <a:t>Partner</a:t>
            </a:r>
          </a:p>
          <a:p>
            <a:pPr marL="0" indent="0" algn="ctr" defTabSz="912813">
              <a:spcBef>
                <a:spcPct val="0"/>
              </a:spcBef>
              <a:buClr>
                <a:srgbClr val="7B3136"/>
              </a:buClr>
              <a:buNone/>
            </a:pPr>
            <a:r>
              <a:rPr lang="nl-NL" altLang="nl-NL" sz="800" i="1">
                <a:solidFill>
                  <a:schemeClr val="bg1"/>
                </a:solidFill>
                <a:latin typeface="Arial (Hoofdtekst)"/>
              </a:rPr>
              <a:t>06 – 19 64 71 73</a:t>
            </a:r>
          </a:p>
          <a:p>
            <a:pPr marL="0" indent="0" algn="ctr" defTabSz="912813">
              <a:spcBef>
                <a:spcPct val="0"/>
              </a:spcBef>
              <a:buClr>
                <a:srgbClr val="7B3136"/>
              </a:buClr>
              <a:buNone/>
            </a:pPr>
            <a:r>
              <a:rPr lang="nl-NL" altLang="nl-NL" sz="800" i="1">
                <a:solidFill>
                  <a:schemeClr val="bg1"/>
                </a:solidFill>
                <a:latin typeface="Arial (Hoofdtekst)"/>
              </a:rPr>
              <a:t>j.schrover@crowefoederer.nl</a:t>
            </a:r>
            <a:endParaRPr lang="nl-NL" sz="1100">
              <a:solidFill>
                <a:schemeClr val="bg1"/>
              </a:solidFill>
            </a:endParaRPr>
          </a:p>
        </p:txBody>
      </p:sp>
      <p:pic>
        <p:nvPicPr>
          <p:cNvPr id="20" name="Afbeelding 19" descr="Afbeelding met Menselijk gezicht, persoon, kleding, glimlach&#10;&#10;Automatisch gegenereerde beschrijving">
            <a:extLst>
              <a:ext uri="{FF2B5EF4-FFF2-40B4-BE49-F238E27FC236}">
                <a16:creationId xmlns:a16="http://schemas.microsoft.com/office/drawing/2014/main" id="{7494CC4E-7303-8B2E-EA06-D0EB3DF78E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22083" y="3054204"/>
            <a:ext cx="854661" cy="854661"/>
          </a:xfrm>
          <a:prstGeom prst="rect">
            <a:avLst/>
          </a:prstGeom>
          <a:effectLst>
            <a:outerShdw blurRad="50800" dist="38100" dir="2700000" algn="tl" rotWithShape="0">
              <a:prstClr val="black">
                <a:alpha val="40000"/>
              </a:prstClr>
            </a:outerShdw>
          </a:effectLst>
        </p:spPr>
      </p:pic>
      <p:sp>
        <p:nvSpPr>
          <p:cNvPr id="21" name="Tekstvak 20">
            <a:extLst>
              <a:ext uri="{FF2B5EF4-FFF2-40B4-BE49-F238E27FC236}">
                <a16:creationId xmlns:a16="http://schemas.microsoft.com/office/drawing/2014/main" id="{9F54F84E-FA64-B740-22A9-066D5F10DEF6}"/>
              </a:ext>
            </a:extLst>
          </p:cNvPr>
          <p:cNvSpPr txBox="1"/>
          <p:nvPr/>
        </p:nvSpPr>
        <p:spPr>
          <a:xfrm>
            <a:off x="5554434" y="3974195"/>
            <a:ext cx="1583126" cy="584775"/>
          </a:xfrm>
          <a:prstGeom prst="rect">
            <a:avLst/>
          </a:prstGeom>
          <a:noFill/>
        </p:spPr>
        <p:txBody>
          <a:bodyPr wrap="square" rtlCol="0">
            <a:spAutoFit/>
          </a:bodyPr>
          <a:lstStyle/>
          <a:p>
            <a:pPr marL="0" indent="0" algn="ctr" defTabSz="912813">
              <a:spcBef>
                <a:spcPct val="0"/>
              </a:spcBef>
              <a:buClr>
                <a:srgbClr val="7B3136"/>
              </a:buClr>
              <a:buNone/>
            </a:pPr>
            <a:r>
              <a:rPr lang="en-US" altLang="nl-NL" sz="800" b="1" dirty="0">
                <a:solidFill>
                  <a:schemeClr val="bg1"/>
                </a:solidFill>
              </a:rPr>
              <a:t>Bram Verhagen MSc</a:t>
            </a:r>
          </a:p>
          <a:p>
            <a:pPr marL="0" indent="0" algn="ctr" defTabSz="912813">
              <a:spcBef>
                <a:spcPct val="0"/>
              </a:spcBef>
              <a:buClr>
                <a:srgbClr val="7B3136"/>
              </a:buClr>
              <a:buNone/>
            </a:pPr>
            <a:r>
              <a:rPr lang="nl-NL" altLang="nl-NL" sz="800" i="1" dirty="0">
                <a:solidFill>
                  <a:schemeClr val="bg1"/>
                </a:solidFill>
                <a:latin typeface="Arial (Hoofdtekst)"/>
              </a:rPr>
              <a:t>Consultant</a:t>
            </a:r>
          </a:p>
          <a:p>
            <a:pPr marL="0" indent="0" algn="ctr" defTabSz="912813">
              <a:spcBef>
                <a:spcPct val="0"/>
              </a:spcBef>
              <a:buClr>
                <a:srgbClr val="7B3136"/>
              </a:buClr>
              <a:buNone/>
            </a:pPr>
            <a:r>
              <a:rPr lang="nl-NL" altLang="nl-NL" sz="800" i="1" dirty="0">
                <a:solidFill>
                  <a:schemeClr val="bg1"/>
                </a:solidFill>
                <a:latin typeface="Arial (Hoofdtekst)"/>
              </a:rPr>
              <a:t>06 – 36 11 03 71</a:t>
            </a:r>
          </a:p>
          <a:p>
            <a:pPr marL="0" indent="0" algn="ctr" defTabSz="912813">
              <a:spcBef>
                <a:spcPct val="0"/>
              </a:spcBef>
              <a:buClr>
                <a:srgbClr val="7B3136"/>
              </a:buClr>
              <a:buNone/>
            </a:pPr>
            <a:r>
              <a:rPr lang="nl-NL" altLang="nl-NL" sz="800" i="1" dirty="0">
                <a:solidFill>
                  <a:schemeClr val="bg1"/>
                </a:solidFill>
                <a:latin typeface="Arial (Hoofdtekst)"/>
              </a:rPr>
              <a:t>b.verhagen@crowefoederer.nl</a:t>
            </a:r>
            <a:endParaRPr lang="nl-NL" sz="1100" dirty="0">
              <a:solidFill>
                <a:schemeClr val="bg1"/>
              </a:solidFill>
            </a:endParaRPr>
          </a:p>
        </p:txBody>
      </p:sp>
      <p:sp>
        <p:nvSpPr>
          <p:cNvPr id="22" name="Ovaal 21">
            <a:extLst>
              <a:ext uri="{FF2B5EF4-FFF2-40B4-BE49-F238E27FC236}">
                <a16:creationId xmlns:a16="http://schemas.microsoft.com/office/drawing/2014/main" id="{6D09C078-B24C-3FB0-9E6F-05C6B7E89CC0}"/>
              </a:ext>
            </a:extLst>
          </p:cNvPr>
          <p:cNvSpPr/>
          <p:nvPr/>
        </p:nvSpPr>
        <p:spPr>
          <a:xfrm>
            <a:off x="2885663" y="1008044"/>
            <a:ext cx="1080000" cy="1080000"/>
          </a:xfrm>
          <a:prstGeom prst="ellipse">
            <a:avLst/>
          </a:prstGeom>
          <a:solidFill>
            <a:srgbClr val="FDB913"/>
          </a:solidFill>
          <a:ln>
            <a:solidFill>
              <a:srgbClr val="FDB91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Ovaal 22">
            <a:extLst>
              <a:ext uri="{FF2B5EF4-FFF2-40B4-BE49-F238E27FC236}">
                <a16:creationId xmlns:a16="http://schemas.microsoft.com/office/drawing/2014/main" id="{C459D42D-91B9-000E-73B9-A733F753AB56}"/>
              </a:ext>
            </a:extLst>
          </p:cNvPr>
          <p:cNvSpPr/>
          <p:nvPr/>
        </p:nvSpPr>
        <p:spPr>
          <a:xfrm>
            <a:off x="5178339" y="1007984"/>
            <a:ext cx="1080000" cy="1080000"/>
          </a:xfrm>
          <a:prstGeom prst="ellipse">
            <a:avLst/>
          </a:prstGeom>
          <a:solidFill>
            <a:srgbClr val="FDB913"/>
          </a:solidFill>
          <a:ln>
            <a:solidFill>
              <a:srgbClr val="FDB91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Ovaal 23">
            <a:extLst>
              <a:ext uri="{FF2B5EF4-FFF2-40B4-BE49-F238E27FC236}">
                <a16:creationId xmlns:a16="http://schemas.microsoft.com/office/drawing/2014/main" id="{7C7C241A-3409-E7F8-B290-E9ECBF4BE1C6}"/>
              </a:ext>
            </a:extLst>
          </p:cNvPr>
          <p:cNvSpPr/>
          <p:nvPr/>
        </p:nvSpPr>
        <p:spPr>
          <a:xfrm>
            <a:off x="7279509" y="1008044"/>
            <a:ext cx="1080000" cy="1080000"/>
          </a:xfrm>
          <a:prstGeom prst="ellipse">
            <a:avLst/>
          </a:prstGeom>
          <a:solidFill>
            <a:srgbClr val="FDB913"/>
          </a:solidFill>
          <a:ln>
            <a:solidFill>
              <a:srgbClr val="FDB91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Ovaal 24">
            <a:extLst>
              <a:ext uri="{FF2B5EF4-FFF2-40B4-BE49-F238E27FC236}">
                <a16:creationId xmlns:a16="http://schemas.microsoft.com/office/drawing/2014/main" id="{98C0D3AD-8682-34A6-CF66-43C2672A26C2}"/>
              </a:ext>
            </a:extLst>
          </p:cNvPr>
          <p:cNvSpPr/>
          <p:nvPr/>
        </p:nvSpPr>
        <p:spPr>
          <a:xfrm>
            <a:off x="701691" y="1008044"/>
            <a:ext cx="1080000" cy="1080000"/>
          </a:xfrm>
          <a:prstGeom prst="ellipse">
            <a:avLst/>
          </a:prstGeom>
          <a:solidFill>
            <a:srgbClr val="FDB913"/>
          </a:solidFill>
          <a:ln>
            <a:solidFill>
              <a:srgbClr val="FDB91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pic>
        <p:nvPicPr>
          <p:cNvPr id="26" name="Graphic 25" descr="Handdruk silhouet">
            <a:extLst>
              <a:ext uri="{FF2B5EF4-FFF2-40B4-BE49-F238E27FC236}">
                <a16:creationId xmlns:a16="http://schemas.microsoft.com/office/drawing/2014/main" id="{4E971BBC-591C-266C-B76A-0FF2C6EBDF4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4491" y="1109671"/>
            <a:ext cx="914400" cy="914400"/>
          </a:xfrm>
          <a:prstGeom prst="rect">
            <a:avLst/>
          </a:prstGeom>
        </p:spPr>
      </p:pic>
      <p:pic>
        <p:nvPicPr>
          <p:cNvPr id="27" name="Graphic 26" descr="Open boek silhouet">
            <a:extLst>
              <a:ext uri="{FF2B5EF4-FFF2-40B4-BE49-F238E27FC236}">
                <a16:creationId xmlns:a16="http://schemas.microsoft.com/office/drawing/2014/main" id="{5674E138-5F5B-D3FD-2885-C32A991099A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61139" y="1107501"/>
            <a:ext cx="914400" cy="914400"/>
          </a:xfrm>
          <a:prstGeom prst="rect">
            <a:avLst/>
          </a:prstGeom>
        </p:spPr>
      </p:pic>
      <p:sp>
        <p:nvSpPr>
          <p:cNvPr id="28" name="Tekstvak 27">
            <a:extLst>
              <a:ext uri="{FF2B5EF4-FFF2-40B4-BE49-F238E27FC236}">
                <a16:creationId xmlns:a16="http://schemas.microsoft.com/office/drawing/2014/main" id="{283306AD-A906-7E45-947C-62E2B5F9BC73}"/>
              </a:ext>
            </a:extLst>
          </p:cNvPr>
          <p:cNvSpPr txBox="1"/>
          <p:nvPr/>
        </p:nvSpPr>
        <p:spPr>
          <a:xfrm>
            <a:off x="990492" y="2235604"/>
            <a:ext cx="502398" cy="261610"/>
          </a:xfrm>
          <a:prstGeom prst="rect">
            <a:avLst/>
          </a:prstGeom>
          <a:noFill/>
        </p:spPr>
        <p:txBody>
          <a:bodyPr wrap="square" rtlCol="0">
            <a:spAutoFit/>
          </a:bodyPr>
          <a:lstStyle/>
          <a:p>
            <a:pPr algn="ctr"/>
            <a:r>
              <a:rPr lang="nl-NL" sz="1100" b="1" dirty="0">
                <a:solidFill>
                  <a:srgbClr val="002D62"/>
                </a:solidFill>
              </a:rPr>
              <a:t>M&amp;A</a:t>
            </a:r>
          </a:p>
        </p:txBody>
      </p:sp>
      <p:sp>
        <p:nvSpPr>
          <p:cNvPr id="29" name="Tekstvak 28">
            <a:extLst>
              <a:ext uri="{FF2B5EF4-FFF2-40B4-BE49-F238E27FC236}">
                <a16:creationId xmlns:a16="http://schemas.microsoft.com/office/drawing/2014/main" id="{705735E2-313B-2EAA-EF4E-6F69ABB775C8}"/>
              </a:ext>
            </a:extLst>
          </p:cNvPr>
          <p:cNvSpPr txBox="1"/>
          <p:nvPr/>
        </p:nvSpPr>
        <p:spPr>
          <a:xfrm>
            <a:off x="2992102" y="2235604"/>
            <a:ext cx="867119" cy="261610"/>
          </a:xfrm>
          <a:prstGeom prst="rect">
            <a:avLst/>
          </a:prstGeom>
          <a:noFill/>
        </p:spPr>
        <p:txBody>
          <a:bodyPr wrap="square" rtlCol="0">
            <a:spAutoFit/>
          </a:bodyPr>
          <a:lstStyle/>
          <a:p>
            <a:pPr algn="ctr"/>
            <a:r>
              <a:rPr lang="nl-NL" sz="1100" b="1">
                <a:solidFill>
                  <a:srgbClr val="002D62"/>
                </a:solidFill>
              </a:rPr>
              <a:t>Valuation</a:t>
            </a:r>
          </a:p>
        </p:txBody>
      </p:sp>
      <p:sp>
        <p:nvSpPr>
          <p:cNvPr id="30" name="Tekstvak 29">
            <a:extLst>
              <a:ext uri="{FF2B5EF4-FFF2-40B4-BE49-F238E27FC236}">
                <a16:creationId xmlns:a16="http://schemas.microsoft.com/office/drawing/2014/main" id="{A7B03DF2-FB7E-9886-35C3-01D68A19416E}"/>
              </a:ext>
            </a:extLst>
          </p:cNvPr>
          <p:cNvSpPr txBox="1"/>
          <p:nvPr/>
        </p:nvSpPr>
        <p:spPr>
          <a:xfrm>
            <a:off x="4741906" y="2235924"/>
            <a:ext cx="1952866" cy="261610"/>
          </a:xfrm>
          <a:prstGeom prst="rect">
            <a:avLst/>
          </a:prstGeom>
          <a:noFill/>
        </p:spPr>
        <p:txBody>
          <a:bodyPr wrap="square" rtlCol="0">
            <a:spAutoFit/>
          </a:bodyPr>
          <a:lstStyle/>
          <a:p>
            <a:pPr algn="ctr"/>
            <a:r>
              <a:rPr lang="nl-NL" sz="1100" b="1">
                <a:solidFill>
                  <a:srgbClr val="002D62"/>
                </a:solidFill>
              </a:rPr>
              <a:t>Transaction Services</a:t>
            </a:r>
          </a:p>
        </p:txBody>
      </p:sp>
      <p:sp>
        <p:nvSpPr>
          <p:cNvPr id="31" name="Tekstvak 30">
            <a:extLst>
              <a:ext uri="{FF2B5EF4-FFF2-40B4-BE49-F238E27FC236}">
                <a16:creationId xmlns:a16="http://schemas.microsoft.com/office/drawing/2014/main" id="{4FC816DC-F99A-8BEE-F117-7E8A32600B56}"/>
              </a:ext>
            </a:extLst>
          </p:cNvPr>
          <p:cNvSpPr txBox="1"/>
          <p:nvPr/>
        </p:nvSpPr>
        <p:spPr>
          <a:xfrm>
            <a:off x="7244636" y="2235604"/>
            <a:ext cx="1139191" cy="261610"/>
          </a:xfrm>
          <a:prstGeom prst="rect">
            <a:avLst/>
          </a:prstGeom>
          <a:noFill/>
        </p:spPr>
        <p:txBody>
          <a:bodyPr wrap="square" rtlCol="0">
            <a:spAutoFit/>
          </a:bodyPr>
          <a:lstStyle/>
          <a:p>
            <a:pPr algn="ctr"/>
            <a:r>
              <a:rPr lang="nl-NL" sz="1100" b="1" dirty="0" err="1">
                <a:solidFill>
                  <a:srgbClr val="002D62"/>
                </a:solidFill>
              </a:rPr>
              <a:t>Debt</a:t>
            </a:r>
            <a:r>
              <a:rPr lang="nl-NL" sz="1100" b="1" dirty="0">
                <a:solidFill>
                  <a:srgbClr val="002D62"/>
                </a:solidFill>
              </a:rPr>
              <a:t> </a:t>
            </a:r>
            <a:r>
              <a:rPr lang="nl-NL" sz="1100" b="1" dirty="0" err="1">
                <a:solidFill>
                  <a:srgbClr val="002D62"/>
                </a:solidFill>
              </a:rPr>
              <a:t>Advisory</a:t>
            </a:r>
            <a:endParaRPr lang="nl-NL" sz="1100" b="1" dirty="0">
              <a:solidFill>
                <a:srgbClr val="002D62"/>
              </a:solidFill>
            </a:endParaRPr>
          </a:p>
        </p:txBody>
      </p:sp>
      <p:pic>
        <p:nvPicPr>
          <p:cNvPr id="32" name="Graphic 31" descr="Munten silhouet">
            <a:extLst>
              <a:ext uri="{FF2B5EF4-FFF2-40B4-BE49-F238E27FC236}">
                <a16:creationId xmlns:a16="http://schemas.microsoft.com/office/drawing/2014/main" id="{F32019A4-0DEB-09BC-C2D1-5C021062D27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968462" y="1090784"/>
            <a:ext cx="914400" cy="914400"/>
          </a:xfrm>
          <a:prstGeom prst="rect">
            <a:avLst/>
          </a:prstGeom>
        </p:spPr>
      </p:pic>
      <p:pic>
        <p:nvPicPr>
          <p:cNvPr id="33" name="Graphic 32" descr="Schatkist silhouet">
            <a:extLst>
              <a:ext uri="{FF2B5EF4-FFF2-40B4-BE49-F238E27FC236}">
                <a16:creationId xmlns:a16="http://schemas.microsoft.com/office/drawing/2014/main" id="{83EE2459-958E-CB9A-88B4-0700BCB1615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357032" y="1107501"/>
            <a:ext cx="914400" cy="914400"/>
          </a:xfrm>
          <a:prstGeom prst="rect">
            <a:avLst/>
          </a:prstGeom>
        </p:spPr>
      </p:pic>
      <p:pic>
        <p:nvPicPr>
          <p:cNvPr id="4" name="Afbeelding 3" descr="Afbeelding met Lettertype, Graphics, tekst, grafische vormgeving&#10;&#10;Automatisch gegenereerde beschrijving">
            <a:extLst>
              <a:ext uri="{FF2B5EF4-FFF2-40B4-BE49-F238E27FC236}">
                <a16:creationId xmlns:a16="http://schemas.microsoft.com/office/drawing/2014/main" id="{102033B5-BDD1-DE65-1B5B-5945D7862B6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393372" y="73833"/>
            <a:ext cx="4357255" cy="734076"/>
          </a:xfrm>
          <a:prstGeom prst="rect">
            <a:avLst/>
          </a:prstGeom>
        </p:spPr>
      </p:pic>
      <p:pic>
        <p:nvPicPr>
          <p:cNvPr id="3" name="Picture 4" descr="Crowe Foederer HR Services - Holland Expat Center - Holland Expat Center">
            <a:hlinkClick r:id="rId13"/>
            <a:extLst>
              <a:ext uri="{FF2B5EF4-FFF2-40B4-BE49-F238E27FC236}">
                <a16:creationId xmlns:a16="http://schemas.microsoft.com/office/drawing/2014/main" id="{E3141A5D-C7AA-02B8-9CA3-6ED96FDDF60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8385" y="257166"/>
            <a:ext cx="1112881" cy="309520"/>
          </a:xfrm>
          <a:prstGeom prst="rect">
            <a:avLst/>
          </a:prstGeom>
          <a:noFill/>
          <a:extLst>
            <a:ext uri="{909E8E84-426E-40DD-AFC4-6F175D3DCCD1}">
              <a14:hiddenFill xmlns:a14="http://schemas.microsoft.com/office/drawing/2010/main">
                <a:solidFill>
                  <a:srgbClr val="FFFFFF"/>
                </a:solidFill>
              </a14:hiddenFill>
            </a:ext>
          </a:extLst>
        </p:spPr>
      </p:pic>
      <p:sp>
        <p:nvSpPr>
          <p:cNvPr id="6" name="Rechthoek 5">
            <a:hlinkClick r:id="rId15"/>
            <a:extLst>
              <a:ext uri="{FF2B5EF4-FFF2-40B4-BE49-F238E27FC236}">
                <a16:creationId xmlns:a16="http://schemas.microsoft.com/office/drawing/2014/main" id="{47B7A222-83F3-75B5-09D3-5ACB1E5F0D1A}"/>
              </a:ext>
            </a:extLst>
          </p:cNvPr>
          <p:cNvSpPr/>
          <p:nvPr/>
        </p:nvSpPr>
        <p:spPr>
          <a:xfrm>
            <a:off x="583593" y="933448"/>
            <a:ext cx="1462072" cy="156376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 name="Rechthoek 6">
            <a:hlinkClick r:id="rId16"/>
            <a:extLst>
              <a:ext uri="{FF2B5EF4-FFF2-40B4-BE49-F238E27FC236}">
                <a16:creationId xmlns:a16="http://schemas.microsoft.com/office/drawing/2014/main" id="{8EA36A33-822D-57AF-74AE-38EF9B7F46AE}"/>
              </a:ext>
            </a:extLst>
          </p:cNvPr>
          <p:cNvSpPr/>
          <p:nvPr/>
        </p:nvSpPr>
        <p:spPr>
          <a:xfrm>
            <a:off x="2664376" y="807909"/>
            <a:ext cx="1492793" cy="17638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8" name="Rechthoek 7">
            <a:hlinkClick r:id="rId17"/>
            <a:extLst>
              <a:ext uri="{FF2B5EF4-FFF2-40B4-BE49-F238E27FC236}">
                <a16:creationId xmlns:a16="http://schemas.microsoft.com/office/drawing/2014/main" id="{3D6D0C02-4DE8-E775-2F2F-CDF476930091}"/>
              </a:ext>
            </a:extLst>
          </p:cNvPr>
          <p:cNvSpPr/>
          <p:nvPr/>
        </p:nvSpPr>
        <p:spPr>
          <a:xfrm>
            <a:off x="4947907" y="933448"/>
            <a:ext cx="1490176" cy="150495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Rechthoek 9">
            <a:hlinkClick r:id="rId18"/>
            <a:extLst>
              <a:ext uri="{FF2B5EF4-FFF2-40B4-BE49-F238E27FC236}">
                <a16:creationId xmlns:a16="http://schemas.microsoft.com/office/drawing/2014/main" id="{CB46D359-4469-88CB-3C7C-665587979B47}"/>
              </a:ext>
            </a:extLst>
          </p:cNvPr>
          <p:cNvSpPr/>
          <p:nvPr/>
        </p:nvSpPr>
        <p:spPr>
          <a:xfrm>
            <a:off x="7137560" y="933448"/>
            <a:ext cx="1304749" cy="156376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2251821992"/>
      </p:ext>
    </p:extLst>
  </p:cSld>
  <p:clrMapOvr>
    <a:masterClrMapping/>
  </p:clrMapOvr>
</p:sld>
</file>

<file path=ppt/theme/theme1.xml><?xml version="1.0" encoding="utf-8"?>
<a:theme xmlns:a="http://schemas.openxmlformats.org/drawingml/2006/main" name="2_2018 Brand Refresh">
  <a:themeElements>
    <a:clrScheme name="CROWE HORWATH COLORS">
      <a:dk1>
        <a:srgbClr val="000000"/>
      </a:dk1>
      <a:lt1>
        <a:srgbClr val="FFFFFF"/>
      </a:lt1>
      <a:dk2>
        <a:srgbClr val="666666"/>
      </a:dk2>
      <a:lt2>
        <a:srgbClr val="CCCCCC"/>
      </a:lt2>
      <a:accent1>
        <a:srgbClr val="002D62"/>
      </a:accent1>
      <a:accent2>
        <a:srgbClr val="FDB913"/>
      </a:accent2>
      <a:accent3>
        <a:srgbClr val="55C5E9"/>
      </a:accent3>
      <a:accent4>
        <a:srgbClr val="00AB8E"/>
      </a:accent4>
      <a:accent5>
        <a:srgbClr val="CC3333"/>
      </a:accent5>
      <a:accent6>
        <a:srgbClr val="666666"/>
      </a:accent6>
      <a:hlink>
        <a:srgbClr val="55C5E9"/>
      </a:hlink>
      <a:folHlink>
        <a:srgbClr val="002D6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2" id="{E8948692-1AF6-4485-80DF-8C70B26F4F91}" vid="{17DB5A86-6635-43BE-957C-5846FF4739E9}"/>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c2cb54b-f483-4fe9-aff6-6698c08f5773">
      <Terms xmlns="http://schemas.microsoft.com/office/infopath/2007/PartnerControls"/>
    </lcf76f155ced4ddcb4097134ff3c332f>
    <TaxCatchAll xmlns="0d2612a0-a673-463d-ae7c-03c520b190d6" xsi:nil="true"/>
    <_ApprovalAssignedTo xmlns="6c2cb54b-f483-4fe9-aff6-6698c08f5773">
      <UserInfo>
        <DisplayName/>
        <AccountId xsi:nil="true"/>
        <AccountType/>
      </UserInfo>
    </_ApprovalAssignedTo>
    <_ApprovalSentBy xmlns="6c2cb54b-f483-4fe9-aff6-6698c08f5773">
      <UserInfo>
        <DisplayName/>
        <AccountId xsi:nil="true"/>
        <AccountType/>
      </UserInfo>
    </_ApprovalSentBy>
    <_ApprovalStatus xmlns="6c2cb54b-f483-4fe9-aff6-6698c08f5773">0</_ApprovalStatus>
    <_ApprovalRespondedBy xmlns="6c2cb54b-f483-4fe9-aff6-6698c08f5773">
      <UserInfo>
        <DisplayName/>
        <AccountId xsi:nil="true"/>
        <AccountType/>
      </UserInfo>
    </_ApprovalRespondedBy>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19469099ACCE24281BFE895D25D2E02" ma:contentTypeVersion="20" ma:contentTypeDescription="Een nieuw document maken." ma:contentTypeScope="" ma:versionID="528d89578483c4cc0c14e5ff473746e2">
  <xsd:schema xmlns:xsd="http://www.w3.org/2001/XMLSchema" xmlns:xs="http://www.w3.org/2001/XMLSchema" xmlns:p="http://schemas.microsoft.com/office/2006/metadata/properties" xmlns:ns2="6c2cb54b-f483-4fe9-aff6-6698c08f5773" xmlns:ns3="0d2612a0-a673-463d-ae7c-03c520b190d6" targetNamespace="http://schemas.microsoft.com/office/2006/metadata/properties" ma:root="true" ma:fieldsID="d078d554ca4cb91e69fba035eb5fc5d5" ns2:_="" ns3:_="">
    <xsd:import namespace="6c2cb54b-f483-4fe9-aff6-6698c08f5773"/>
    <xsd:import namespace="0d2612a0-a673-463d-ae7c-03c520b190d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SearchProperties" minOccurs="0"/>
                <xsd:element ref="ns2:MediaServiceLocation" minOccurs="0"/>
                <xsd:element ref="ns2:MediaServiceObjectDetectorVersions" minOccurs="0"/>
                <xsd:element ref="ns2:MediaServiceBillingMetadata" minOccurs="0"/>
                <xsd:element ref="ns2:_ApprovalAssignedTo" minOccurs="0"/>
                <xsd:element ref="ns2:_ApprovalRespondedBy" minOccurs="0"/>
                <xsd:element ref="ns2:_ApprovalSentBy" minOccurs="0"/>
                <xsd:element ref="ns2:_Approval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2cb54b-f483-4fe9-aff6-6698c08f57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Afbeeldingtags" ma:readOnly="false" ma:fieldId="{5cf76f15-5ced-4ddc-b409-7134ff3c332f}" ma:taxonomyMulti="true" ma:sspId="1cdef4cb-f58e-43d1-80b7-3a35bfb48821"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description="" ma:indexed="true" ma:internalName="MediaServiceLocation" ma:readOnly="true">
      <xsd:simpleType>
        <xsd:restriction base="dms:Text"/>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_ApprovalAssignedTo" ma:index="24" nillable="true" ma:displayName="Goedkeurders" ma:list="UserInfo" ma:internalName="_ApprovalAssignedTo"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RespondedBy" ma:index="25" nillable="true" ma:displayName="Antwoorden" ma:list="UserInfo" ma:internalName="_ApprovalRespondedBy"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SentBy" ma:index="26" nillable="true" ma:displayName="Goedkeuring auteur" ma:list="UserInfo" ma:internalName="_ApprovalSentBy" ma:readOnly="tru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Status" ma:index="27" nillable="true" ma:displayName="Goedkeuringsstatus" ma:internalName="_ApprovalStatu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2612a0-a673-463d-ae7c-03c520b190d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1b7a9d5-ecef-465f-8e5f-2152768e3352}" ma:internalName="TaxCatchAll" ma:showField="CatchAllData" ma:web="0d2612a0-a673-463d-ae7c-03c520b190d6">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2D11624-FEDD-48B7-9E51-2A440B4794B8}">
  <ds:schemaRefs>
    <ds:schemaRef ds:uri="http://schemas.microsoft.com/sharepoint/v3/contenttype/forms"/>
  </ds:schemaRefs>
</ds:datastoreItem>
</file>

<file path=customXml/itemProps2.xml><?xml version="1.0" encoding="utf-8"?>
<ds:datastoreItem xmlns:ds="http://schemas.openxmlformats.org/officeDocument/2006/customXml" ds:itemID="{028AD52B-9171-4664-904D-D7342AEF2F26}">
  <ds:schemaRefs>
    <ds:schemaRef ds:uri="http://schemas.microsoft.com/office/infopath/2007/PartnerControls"/>
    <ds:schemaRef ds:uri="http://purl.org/dc/dcmitype/"/>
    <ds:schemaRef ds:uri="http://schemas.microsoft.com/office/2006/documentManagement/types"/>
    <ds:schemaRef ds:uri="http://purl.org/dc/elements/1.1/"/>
    <ds:schemaRef ds:uri="http://www.w3.org/XML/1998/namespace"/>
    <ds:schemaRef ds:uri="http://schemas.openxmlformats.org/package/2006/metadata/core-properties"/>
    <ds:schemaRef ds:uri="http://purl.org/dc/terms/"/>
    <ds:schemaRef ds:uri="http://schemas.microsoft.com/office/2006/metadata/properties"/>
    <ds:schemaRef ds:uri="6c2cb54b-f483-4fe9-aff6-6698c08f5773"/>
    <ds:schemaRef ds:uri="0d2612a0-a673-463d-ae7c-03c520b190d6"/>
  </ds:schemaRefs>
</ds:datastoreItem>
</file>

<file path=customXml/itemProps3.xml><?xml version="1.0" encoding="utf-8"?>
<ds:datastoreItem xmlns:ds="http://schemas.openxmlformats.org/officeDocument/2006/customXml" ds:itemID="{C855E215-4636-4A05-BCE5-C4EC9FF0FBDC}"/>
</file>

<file path=docProps/app.xml><?xml version="1.0" encoding="utf-8"?>
<Properties xmlns="http://schemas.openxmlformats.org/officeDocument/2006/extended-properties" xmlns:vt="http://schemas.openxmlformats.org/officeDocument/2006/docPropsVTypes">
  <TotalTime>23</TotalTime>
  <Words>297</Words>
  <Application>Microsoft Office PowerPoint</Application>
  <PresentationFormat>Diavoorstelling (16:9)</PresentationFormat>
  <Paragraphs>81</Paragraphs>
  <Slides>3</Slides>
  <Notes>0</Notes>
  <HiddenSlides>0</HiddenSlides>
  <MMClips>0</MMClips>
  <ScaleCrop>false</ScaleCrop>
  <HeadingPairs>
    <vt:vector size="6" baseType="variant">
      <vt:variant>
        <vt:lpstr>Gebruikte lettertypen</vt:lpstr>
      </vt:variant>
      <vt:variant>
        <vt:i4>7</vt:i4>
      </vt:variant>
      <vt:variant>
        <vt:lpstr>Thema</vt:lpstr>
      </vt:variant>
      <vt:variant>
        <vt:i4>1</vt:i4>
      </vt:variant>
      <vt:variant>
        <vt:lpstr>Diatitels</vt:lpstr>
      </vt:variant>
      <vt:variant>
        <vt:i4>3</vt:i4>
      </vt:variant>
    </vt:vector>
  </HeadingPairs>
  <TitlesOfParts>
    <vt:vector size="11" baseType="lpstr">
      <vt:lpstr>ＭＳ Ｐゴシック</vt:lpstr>
      <vt:lpstr>Aptos</vt:lpstr>
      <vt:lpstr>Arial</vt:lpstr>
      <vt:lpstr>Arial (Hoofdtekst)</vt:lpstr>
      <vt:lpstr>Arial (koppen)</vt:lpstr>
      <vt:lpstr>Calibri</vt:lpstr>
      <vt:lpstr>Wingdings</vt:lpstr>
      <vt:lpstr>2_2018 Brand Refresh</vt:lpstr>
      <vt:lpstr>PowerPoint-presentatie</vt:lpstr>
      <vt:lpstr>PowerPoint-presentatie</vt:lpstr>
      <vt:lpstr>PowerPoint-presentatie</vt:lpstr>
    </vt:vector>
  </TitlesOfParts>
  <Company>Werkt Slim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 Project Altas</dc:title>
  <dc:creator>Richard van der Vlist</dc:creator>
  <cp:lastModifiedBy>Janne van Duppen</cp:lastModifiedBy>
  <cp:revision>1</cp:revision>
  <cp:lastPrinted>2025-01-28T15:29:53Z</cp:lastPrinted>
  <dcterms:created xsi:type="dcterms:W3CDTF">2018-11-26T09:45:54Z</dcterms:created>
  <dcterms:modified xsi:type="dcterms:W3CDTF">2026-01-07T07:24:53Z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0x010100619469099ACCE24281BFE895D25D2E02</vt:lpwstr>
  </property>
  <property fmtid="{D5CDD505-2E9C-101B-9397-08002B2CF9AE}" pid="3" name="Order">
    <vt:r8>100</vt:r8>
  </property>
  <property fmtid="{D5CDD505-2E9C-101B-9397-08002B2CF9AE}" pid="4" name="MediaServiceImageTags">
    <vt:lpwstr/>
  </property>
</Properties>
</file>