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Scan Intake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Draaijer — HEYDAY Group B.V.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gesprek  |  ~60 minuten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tatoma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Doel: luisteren, begrijpen, scope bepalen — geen standaard checklist.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aanpak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Introductie, werkwijze, verwachtingen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1508760"/>
            <a:ext cx="8229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2140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057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Jullie operatie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331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klantcontract tot facturatie — welke systemen, welke knelpunten?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2148840"/>
            <a:ext cx="8229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148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76148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AI-verkenning tot nu toe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al onderzocht of geactiveerd?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2788920"/>
            <a:ext cx="8229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788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40156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Aandachtspunten &amp; no-go's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3611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Migraties, contractwijzigingen, buiten scope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3429000"/>
            <a:ext cx="8229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3429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04164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25880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verdieping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25880" y="4251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Koppelingen, versies, licenties, AFAS-migratie status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9520" y="4069080"/>
            <a:ext cx="8229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68172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681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4617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vervolgstappen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25880" y="4892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applicaties, wie spreken we, planning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89520" y="4709160"/>
            <a:ext cx="8229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4709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Opening &amp; aanpak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606040" cy="320040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hebben ontvangen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Landschap document (v2025.3)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Basisprocesoverzicht 20 administraties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 Fase 2 rapport (Target IT architectuur)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AI-initiatieven overzicht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606040" cy="320040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887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vandaag doen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8745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Jullie landschap doorlopen zodat we de Tech Scan gericht en relevant kunnen uitvoeren — afgestemd op jullie situatie, niet een standaard checklist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06040" cy="320040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dit werkt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grootste deel van dit gesprek luisteren wij. We stellen gerichte vragen. Aan het eind bevestigen we samen de scope.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Jullie operatie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 —  laat hen vertellen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43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je aan iemand nieuw zou moeten uitleggen hoe een klanttraject end-to-end werkt — van contractondertekening tot maandfactuur — welke systemen worden dan geraakt en in welke volgorde?</a:t>
            </a:r>
            <a:pPr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niet vanzelf komt — stuur naar: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34640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instanties, 3 varianten — hoe centraal is het?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834640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Ontrafelaar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 Hospitality — wat doet het?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40480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 instanties Multiline — scope?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8404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840480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Planning-fragmentatie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Planbition vs ShiftBase vs PURE — bewust?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Referentie: Applicatielandschap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371600" y="20116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[ OPEN: IT Landschap diagram — pagina 1 van Stefan's document ]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Hun eigen visual — laat zien dat je je huiswerk hebt gedaan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Verwijs naar dit diagram als ze hun systemen beschrijven. Stel vragen vanuit HUN beeld.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AI-verkenning tot nu toe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0" y="320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 —  laat hen beginnen, haak aan op wat je weet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al weten (niet als eerste noemen — bevestig als zij het noemen):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ACTIEF / 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(~80-90 lic.)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agents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Brainial (tenders)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Bonnie (Multiline)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Copilot training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371600"/>
            <a:ext cx="26060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ONTWIKKELING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(finance/Flowmatic)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Heydi (servicedesk ML)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AI (summaries)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Schoolreisje 2.0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Bonnie MCP + Facilitor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GEPLAND / STRATEGIE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Jonas / AFAS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HR-support agent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Matchmaker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MJOP/MJOB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receptie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Kernvraag: "Hoe bepalen jullie welk platform voor welke agent — Flowmatic, Copilot Studio, of iets anders?"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AI-readiness per BU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0" y="320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referentie — niet tonen aan klant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Primaire AI-play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Bonnie + Heydi + Genesys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Ambitious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PVE 2.0 + Copilot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Matchmaker + PM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Vastgoedexploitatie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MJOP/MJOB AI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Facilitor AI +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during intake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om te kennen: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74904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8221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Kwey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050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Innovatiemanager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297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motor — bouwt agents, leidt innovatieboard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37490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374904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38221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Vermeulen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4050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BIS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4297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poortwachter — IT landschap, AFAS focus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37490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374904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38221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 Drenthen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0" y="4050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Commercieel dir.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4297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wildcard — eigen AI CRM, VU Amsterdam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Aandachtspunten &amp; no-go's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al weten dat in transitie is: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384048"/>
          </a:xfrm>
          <a:prstGeom prst="rect">
            <a:avLst/>
          </a:prstGeom>
          <a:solidFill>
            <a:srgbClr val="1E335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→ AFAS (Consultancy)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Komende weken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solidFill>
            <a:srgbClr val="1E335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0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Sales → AFAS CRM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920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Komende weken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8046720" cy="384048"/>
          </a:xfrm>
          <a:prstGeom prst="rect">
            <a:avLst/>
          </a:prstGeom>
          <a:solidFill>
            <a:srgbClr val="1E335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23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→ WordPress + 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423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384048"/>
          </a:xfrm>
          <a:prstGeom prst="rect">
            <a:avLst/>
          </a:prstGeom>
          <a:solidFill>
            <a:srgbClr val="1E335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26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(Multiline) → AFAS?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926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 open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8046720" cy="384048"/>
          </a:xfrm>
          <a:prstGeom prst="rect">
            <a:avLst/>
          </a:prstGeom>
          <a:solidFill>
            <a:srgbClr val="1E335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29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maatwerkitems Node1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3429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Onbekend hoever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er nog iets vervangen of geconsolideerd in de komende 6-12 maanden?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er gebieden die politiek gevoelig zijn — sterk eigenaarschap?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COM4-grenzen — wat beoordelen wij vs. wat is hun terrein?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Technische verdieping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— Koppelingen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of punt-naar-punt?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bouwt/onderhoudt?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Facilitor ↔ AFAS: hoe?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— Authenticatie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voor alles?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Facilitor/Planbition gefedereerd?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Buitendienst: hoe inloggen?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 — Versies &amp; licenties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 Profit versie? Jonas?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E3/E5? Copilot #?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Facilitor: SaaS/on-prem?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 — AFAS migratie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landt het? Datakwaliteit?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maatwerkitems: hoever?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 nog betrokken?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Referentie: Target IT Architectuur (Node1)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371600" y="20116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[ OPEN: Node1 rapport — pagina 18, Figuur 4.1 ]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Target IT architectuur met AFAS core, aanpalende applicaties, en externe diensten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dit diagram om koppelingen en interfaces te bespreken. Vraag: "Klopt dit nog? Wat is er veranderd?"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 vervolgstappen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60604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DIEPGAAND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 (incl. Jonas)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(incl. Copilot)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05840"/>
            <a:ext cx="26060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MIDDENNIVEAU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Planbition + ShiftBase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/ Tagetik / DW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Whitevision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606040" cy="4114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StudyTube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InSocial / PURE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8046720" cy="548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vragen voor scope: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Multiline-specifiek (Genesys, Salesforce, CWS) — in scope of apart?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Flowmatic / Copilot Studio agents — beoordelen we die ook?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— meenemen of alleen eisen voor vervanging?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spreken we voor verdieping per applicatie?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Onthoud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Luister meer dan je praat — het doel is hun verhaal horen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de AI-initiatieven niet als eerste — laat hen vertellen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IT-capaciteit is de bottleneck — niet 15 dingen aanbevelen, maar 3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Vraag: "Hoe ver zijn de 27 maatwerkitems?" — dat toont diepgang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innovation erkennen, niet centraliseren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curiosity, not with frameworks.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Scan Intake — Draaijer-Heyday Group</dc:title>
  <dc:subject>PptxGenJS Presentation</dc:subject>
  <dc:creator>Tatoma</dc:creator>
  <cp:lastModifiedBy>Tatoma</cp:lastModifiedBy>
  <cp:revision>1</cp:revision>
  <dcterms:created xsi:type="dcterms:W3CDTF">2026-03-23T22:40:05Z</dcterms:created>
  <dcterms:modified xsi:type="dcterms:W3CDTF">2026-03-23T22:40:05Z</dcterms:modified>
</cp:coreProperties>
</file>